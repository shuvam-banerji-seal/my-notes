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4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EA14-1E4D-4CEA-8740-98732A27D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66F3A1-94CB-46F1-B249-FDC7CE237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986E4-1F3B-4693-A888-A19E6A914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1D15B-B4E7-47CB-BECA-F378EA01C9CD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8C996-07BA-4513-86AF-0C2D06070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DF9E9-7B07-4E59-8C00-55970E81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53D2-1226-4623-B634-E41A457D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351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A78EA-1990-4C6F-8F78-6E80F05B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5C17A-C714-40FD-BA9A-0C311B80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F18D9-2D53-441D-8B8C-68EDE131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1D15B-B4E7-47CB-BECA-F378EA01C9CD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C7177-3447-4C52-9E37-BB62636A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0C5A0-6382-449F-B627-6F3E65F75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53D2-1226-4623-B634-E41A457D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31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711F-F1BE-45C7-AE47-95355B92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BAAF6-286D-46E1-8389-110C27F50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88605-1DCD-44C1-AD00-00BFAD9C2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1D15B-B4E7-47CB-BECA-F378EA01C9CD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5C16E-9C15-4604-BE57-92F3B0FCB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9516C-CE9A-49A1-9BD3-D11BDC7F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53D2-1226-4623-B634-E41A457D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44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1B158-E5CC-4FA8-A5C3-5D8EE62C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343F3-585B-49C4-AA69-AD88BF4F9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D1271-5721-4A42-A95A-B40B37F9D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B26A1-C245-41C4-B000-9EE126BE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1D15B-B4E7-47CB-BECA-F378EA01C9CD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8CE7A-F8B5-47C7-A623-FC052C0C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5E4E5-FB5B-4C35-9A0B-DF3BC2AA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53D2-1226-4623-B634-E41A457D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47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BA989-FEE9-4450-B12E-51868C7E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4862D-3D6C-4D35-AC70-671A215D8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A8826-F9A1-463A-B6D0-53FB1E2BB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2AE66-2F46-4298-81B9-7FED3D0F79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84746E-DE63-4238-9DA1-25877E8C7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3E7242-4902-437D-B999-20FBD08C4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1D15B-B4E7-47CB-BECA-F378EA01C9CD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9A6479-29DD-4F56-9614-05B990086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21DD43-3566-45B4-9B26-1012E839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53D2-1226-4623-B634-E41A457D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49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B24D1-3A34-487F-B76C-DCC208870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18EA5-5098-4FC3-A9C7-4DDE8E340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1D15B-B4E7-47CB-BECA-F378EA01C9CD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8EF674-E4E0-4C9A-9394-396734E11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C302C0-8C59-4F30-B976-F6C0DAD0C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53D2-1226-4623-B634-E41A457D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88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DA8C08-E6AB-4EED-A9E2-C7E1F71E1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1D15B-B4E7-47CB-BECA-F378EA01C9CD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14A85A-B683-4915-871F-30454ADC8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C60D9-16FF-48F4-9BD3-AEDC74C35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53D2-1226-4623-B634-E41A457D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69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C492-44B4-4E3F-B4DB-16280A4B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237AD-40B1-404D-8A85-4E35C4B42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3E57A-EF07-4288-A0B5-6F94D85EB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D89B0-0761-486F-8035-CEB00078F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1D15B-B4E7-47CB-BECA-F378EA01C9CD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478E7-1ED7-4AF5-9F35-C8937A502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E71D0-DD91-4482-B888-A4EF22BE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53D2-1226-4623-B634-E41A457D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17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69DF9-55E3-4885-8103-C4BAD7CC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654F31-13D3-4AF4-AA02-5A60566FE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B20A6-A8E5-47A4-AECF-D4E857255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3E845-2E58-408E-9B7D-6C21A880D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1D15B-B4E7-47CB-BECA-F378EA01C9CD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8B724-7E8D-4FD5-82B3-546A482B2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B59AF-9D37-4FF6-8D0E-C4AE4911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53D2-1226-4623-B634-E41A457D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9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7D1C6-1D60-49D5-B06F-C263C0700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B0D0F2-DEF8-4134-B20F-A0FEFCB0C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B2363-822A-4333-866C-71A204DBA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1D15B-B4E7-47CB-BECA-F378EA01C9CD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35E7C-8881-48D8-8C9B-BE4AA09D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2263A-25E5-460F-A8EC-6FF81F00A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53D2-1226-4623-B634-E41A457D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81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AA27D0-E352-4732-B414-E8DFF3DC4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D7D0F-9E6C-47AC-A363-10C2DB323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0B7CA-C399-4E7D-B6CF-7425A8792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1D15B-B4E7-47CB-BECA-F378EA01C9CD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A46EC-AA6B-4A7E-A612-EEFE4EEC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E8C82-8878-4E6D-9E30-72B2B36DC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253D2-1226-4623-B634-E41A457D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380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B9AF1C-4D80-456C-BAE7-1292FE8BD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E2789-CDBC-4589-B01B-D30876F8C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F5A22-2610-4F23-926D-582707F1B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1D15B-B4E7-47CB-BECA-F378EA01C9CD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5ABA7-289E-4AC0-A822-E97496285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C3DD7-295B-46CA-8F0E-44E838265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253D2-1226-4623-B634-E41A457D3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850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A48F97-4A65-4390-8E65-C3FD07B4B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2" y="3125972"/>
            <a:ext cx="6024228" cy="270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289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C24E8-6640-42C9-99F8-4C6500AA6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711B13-6C11-41DE-9841-92092A346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056" y="4174055"/>
            <a:ext cx="4454599" cy="14018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ECB98-05C0-4AAD-B624-8CE9F6BC5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777" y="2362754"/>
            <a:ext cx="632437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686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E9AB9-F4F6-4B1B-B565-99F6C410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EB2C21-9BC9-49DA-B3BF-AB919093A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971" y="2041566"/>
            <a:ext cx="4548963" cy="13874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4EC2A4-4D6B-41BF-BB7B-50479EA52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971" y="3779878"/>
            <a:ext cx="2044110" cy="4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91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CB8173-EA5A-46B0-95B9-9C4DB96BE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860" y="542131"/>
            <a:ext cx="2743200" cy="485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9B3E89-6062-4F6C-9B52-CD399FCAE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55C23-36A2-4EB7-B300-9E77EF1C4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106" y="2278911"/>
            <a:ext cx="6952808" cy="23001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18FBA2-1A31-427B-B1C9-8EE67E6645E8}"/>
              </a:ext>
            </a:extLst>
          </p:cNvPr>
          <p:cNvSpPr txBox="1"/>
          <p:nvPr/>
        </p:nvSpPr>
        <p:spPr>
          <a:xfrm>
            <a:off x="4304371" y="5167311"/>
            <a:ext cx="4539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Associative Mechanism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4431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E61240-1446-4DC4-9187-A5E48358A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238" y="2138362"/>
            <a:ext cx="7755673" cy="320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688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01BF43-DECD-4473-BDE2-9C39B16FF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170" y="667137"/>
            <a:ext cx="10400550" cy="2902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90B48B-B29B-4B22-8738-5CB7BE3F4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754" y="3997842"/>
            <a:ext cx="5302991" cy="11994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672C6C-CBAD-4FE6-BC08-3939E095F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122" y="5194561"/>
            <a:ext cx="12573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17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CE9534-1DF6-43EB-86DE-2E8B3639B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215" y="1403499"/>
            <a:ext cx="8345570" cy="23361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37CC77-22DF-464D-98E9-08DBF38C4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215" y="3739671"/>
            <a:ext cx="8640364" cy="128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0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39141-A726-45B9-839E-D51A7B45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449E23-F5F4-45AF-8380-5089A3798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602" y="1875114"/>
            <a:ext cx="10992795" cy="263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28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D4A965-08BB-423E-8C70-206C2A491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357" y="681037"/>
            <a:ext cx="2705100" cy="5143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689FB4-A02F-45F5-AE6C-9937EBF42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19932-CDC3-475A-9B52-C1FB07909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667" y="1690687"/>
            <a:ext cx="5627312" cy="14990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5AF20F-0E6E-4B94-A7D8-3E40A6D8F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963" y="3923415"/>
            <a:ext cx="60960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1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1D18D-4B5C-4EAF-948D-47B5A2B9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Ionic Mechanism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511E5-1419-4656-A8BB-B91AF7B78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8" y="2275368"/>
            <a:ext cx="11262231" cy="263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63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6107C-52AC-405A-91BB-8D7AD704D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Reductive Elimination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3285C2-BAA2-4703-AE71-BAB8F0740A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8940" y="2147777"/>
            <a:ext cx="5735728" cy="31897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80E4D9-B526-4FDD-BFAE-02416D2EC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1469" y="2538412"/>
            <a:ext cx="121920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852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18B4D0-A71E-4952-AC39-1D9F5BFF5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429" y="681037"/>
            <a:ext cx="2476500" cy="638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6145C9-D5B9-4A64-9EEC-830646E8A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429" y="2706058"/>
            <a:ext cx="7908586" cy="282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1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20B000-368A-4B15-B52A-89244187EF27}"/>
              </a:ext>
            </a:extLst>
          </p:cNvPr>
          <p:cNvSpPr txBox="1"/>
          <p:nvPr/>
        </p:nvSpPr>
        <p:spPr>
          <a:xfrm>
            <a:off x="4387442" y="729842"/>
            <a:ext cx="5780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Insertion Reaction</a:t>
            </a:r>
          </a:p>
        </p:txBody>
      </p:sp>
      <p:pic>
        <p:nvPicPr>
          <p:cNvPr id="1026" name="Picture 2" descr="10.2: Insertion and Elimination Reactions - Chemistry LibreTexts">
            <a:extLst>
              <a:ext uri="{FF2B5EF4-FFF2-40B4-BE49-F238E27FC236}">
                <a16:creationId xmlns:a16="http://schemas.microsoft.com/office/drawing/2014/main" id="{9FF0CCC5-8E7C-460D-AC64-ED405472A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484" y="1708191"/>
            <a:ext cx="5491119" cy="3441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970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5776F6-2ADE-4353-A069-D1CC4636A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503" y="2668550"/>
            <a:ext cx="5578062" cy="235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44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CB7133-14B5-4664-A479-4C83AE234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07" y="1139345"/>
            <a:ext cx="5698745" cy="264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448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1A2B-3B05-4742-9CF6-29B778591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B36D8-F8EB-435C-9656-8C53C0A76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636D94-EA1F-426F-AC3C-7BEA2FE69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895600"/>
            <a:ext cx="33909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26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73D6-104B-4FEF-9345-D554FA02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0EA396-901A-4107-99EC-6F3BEAE6A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4129" y="2771775"/>
            <a:ext cx="514350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97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C1605-304A-4361-AA65-652075DA4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012BA67-9982-4F6E-9D19-4E721D1CF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1350" y="1704975"/>
            <a:ext cx="5829300" cy="1724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D3831B-8C3A-4114-9C9F-524AD16F7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622" y="4182102"/>
            <a:ext cx="9462755" cy="103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704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BD709-3797-4FC5-839F-AB6E6D29D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1795C0-EAC9-47B2-A613-2D950E2366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6600" y="2210594"/>
            <a:ext cx="56388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87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C38D7-7577-4566-ACF9-251B44B3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Cis and trans isomers observed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B6BA1-6197-408C-8C2B-1939497D0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138845-CDDD-456B-991F-65A9C4682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34" y="1825625"/>
            <a:ext cx="78105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264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A8F5-6622-4AF3-A454-C8501BFE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74980F-39BF-4ECA-A703-14E25414F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8291" y="2594344"/>
            <a:ext cx="8162409" cy="236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35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15CD3-024A-4488-8A84-8A3359168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EA3DF-E375-4C83-AF04-3B98074AB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276704-583B-446E-9455-0725B99BB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447925"/>
            <a:ext cx="68580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29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6733B-DEB8-4011-8B49-314BBA75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D773A-897F-4D39-AFAC-4A3B7F12C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71E05C-24BA-46F9-92B8-6EE5CF5E8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2700337"/>
            <a:ext cx="563880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08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3C0CBF-4EEF-481D-9B94-476EC0AC6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76" y="735326"/>
            <a:ext cx="7624549" cy="453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26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8689-4C9C-49F0-B2D1-748A6C56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77A0AC-42D9-430E-AB46-4F048DC04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419" y="2879234"/>
            <a:ext cx="8865168" cy="179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27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96F3-939D-4D59-9B1F-9AEB91BE7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6C20D-0F7B-4969-B4D5-4A71F5895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E1B9BF-5747-45FD-BB9C-FF7EAE6D8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743" y="2167268"/>
            <a:ext cx="5156513" cy="300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94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85677-A31B-463F-B095-77337D30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Alternating Copolymerization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42A5B-E253-4162-92AC-7158D8535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 descr="Polyketone - Wikipedia">
            <a:extLst>
              <a:ext uri="{FF2B5EF4-FFF2-40B4-BE49-F238E27FC236}">
                <a16:creationId xmlns:a16="http://schemas.microsoft.com/office/drawing/2014/main" id="{130771BB-A9D7-46CC-82C8-10D698FF2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205" y="2105966"/>
            <a:ext cx="7088369" cy="264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2659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4269</TotalTime>
  <Words>15</Words>
  <Application>Microsoft Office PowerPoint</Application>
  <PresentationFormat>Widescreen</PresentationFormat>
  <Paragraphs>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Ionic Mechanism</vt:lpstr>
      <vt:lpstr>Reductive Elimination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Cis and trans isomers observed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Alternating Copolymerization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swadhin.mandal@iiserkol.ac.in</dc:creator>
  <cp:lastModifiedBy>Swadhin Mandal</cp:lastModifiedBy>
  <cp:revision>14</cp:revision>
  <dcterms:created xsi:type="dcterms:W3CDTF">2020-09-23T01:22:49Z</dcterms:created>
  <dcterms:modified xsi:type="dcterms:W3CDTF">2021-09-03T03:10:01Z</dcterms:modified>
</cp:coreProperties>
</file>