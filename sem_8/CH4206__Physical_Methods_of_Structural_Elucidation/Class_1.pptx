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theme/themeOverride1.xml" ContentType="application/vnd.openxmlformats-officedocument.themeOverride+xml"/>
  <Override PartName="/ppt/slideLayouts/slideLayout42.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diagrams/layout1.xml" ContentType="application/vnd.openxmlformats-officedocument.drawingml.diagramLayout+xml"/>
  <Override PartName="/ppt/diagrams/data2.xml" ContentType="application/vnd.openxmlformats-officedocument.drawingml.diagramData+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Default Extension="gif" ContentType="image/gif"/>
  <Override PartName="/ppt/diagrams/layout2.xml" ContentType="application/vnd.openxmlformats-officedocument.drawingml.diagram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78" r:id="rId2"/>
    <p:sldMasterId id="2147484858" r:id="rId3"/>
    <p:sldMasterId id="2147485439" r:id="rId4"/>
  </p:sldMasterIdLst>
  <p:notesMasterIdLst>
    <p:notesMasterId r:id="rId75"/>
  </p:notesMasterIdLst>
  <p:sldIdLst>
    <p:sldId id="453" r:id="rId5"/>
    <p:sldId id="498" r:id="rId6"/>
    <p:sldId id="499" r:id="rId7"/>
    <p:sldId id="500" r:id="rId8"/>
    <p:sldId id="739" r:id="rId9"/>
    <p:sldId id="501" r:id="rId10"/>
    <p:sldId id="740" r:id="rId11"/>
    <p:sldId id="520" r:id="rId12"/>
    <p:sldId id="661" r:id="rId13"/>
    <p:sldId id="502" r:id="rId14"/>
    <p:sldId id="503" r:id="rId15"/>
    <p:sldId id="882" r:id="rId16"/>
    <p:sldId id="890" r:id="rId17"/>
    <p:sldId id="891" r:id="rId18"/>
    <p:sldId id="892" r:id="rId19"/>
    <p:sldId id="893" r:id="rId20"/>
    <p:sldId id="894" r:id="rId21"/>
    <p:sldId id="895" r:id="rId22"/>
    <p:sldId id="896" r:id="rId23"/>
    <p:sldId id="897" r:id="rId24"/>
    <p:sldId id="898" r:id="rId25"/>
    <p:sldId id="899" r:id="rId26"/>
    <p:sldId id="900" r:id="rId27"/>
    <p:sldId id="901" r:id="rId28"/>
    <p:sldId id="902" r:id="rId29"/>
    <p:sldId id="903" r:id="rId30"/>
    <p:sldId id="904" r:id="rId31"/>
    <p:sldId id="905" r:id="rId32"/>
    <p:sldId id="906" r:id="rId33"/>
    <p:sldId id="907" r:id="rId34"/>
    <p:sldId id="908" r:id="rId35"/>
    <p:sldId id="1006" r:id="rId36"/>
    <p:sldId id="1003" r:id="rId37"/>
    <p:sldId id="1004" r:id="rId38"/>
    <p:sldId id="1005" r:id="rId39"/>
    <p:sldId id="909" r:id="rId40"/>
    <p:sldId id="1007" r:id="rId41"/>
    <p:sldId id="1008" r:id="rId42"/>
    <p:sldId id="910" r:id="rId43"/>
    <p:sldId id="911" r:id="rId44"/>
    <p:sldId id="912" r:id="rId45"/>
    <p:sldId id="913" r:id="rId46"/>
    <p:sldId id="915" r:id="rId47"/>
    <p:sldId id="918" r:id="rId48"/>
    <p:sldId id="919" r:id="rId49"/>
    <p:sldId id="920" r:id="rId50"/>
    <p:sldId id="921" r:id="rId51"/>
    <p:sldId id="922" r:id="rId52"/>
    <p:sldId id="928" r:id="rId53"/>
    <p:sldId id="929" r:id="rId54"/>
    <p:sldId id="930" r:id="rId55"/>
    <p:sldId id="931" r:id="rId56"/>
    <p:sldId id="933" r:id="rId57"/>
    <p:sldId id="934" r:id="rId58"/>
    <p:sldId id="935" r:id="rId59"/>
    <p:sldId id="936" r:id="rId60"/>
    <p:sldId id="937" r:id="rId61"/>
    <p:sldId id="938" r:id="rId62"/>
    <p:sldId id="939" r:id="rId63"/>
    <p:sldId id="940" r:id="rId64"/>
    <p:sldId id="941" r:id="rId65"/>
    <p:sldId id="942" r:id="rId66"/>
    <p:sldId id="944" r:id="rId67"/>
    <p:sldId id="948" r:id="rId68"/>
    <p:sldId id="954" r:id="rId69"/>
    <p:sldId id="962" r:id="rId70"/>
    <p:sldId id="973" r:id="rId71"/>
    <p:sldId id="974" r:id="rId72"/>
    <p:sldId id="981" r:id="rId73"/>
    <p:sldId id="1002" r:id="rId74"/>
  </p:sldIdLst>
  <p:sldSz cx="9144000" cy="6858000" type="screen4x3"/>
  <p:notesSz cx="6858000" cy="9144000"/>
  <p:defaultTextStyle>
    <a:defPPr>
      <a:defRPr lang="en-US"/>
    </a:defPPr>
    <a:lvl1pPr algn="ctr" rtl="0" fontAlgn="base">
      <a:spcBef>
        <a:spcPct val="0"/>
      </a:spcBef>
      <a:spcAft>
        <a:spcPct val="0"/>
      </a:spcAft>
      <a:defRPr kern="1200">
        <a:solidFill>
          <a:schemeClr val="tx1"/>
        </a:solidFill>
        <a:latin typeface="Arial" pitchFamily="34" charset="0"/>
        <a:ea typeface="+mn-ea"/>
        <a:cs typeface="Arial" pitchFamily="34" charset="0"/>
      </a:defRPr>
    </a:lvl1pPr>
    <a:lvl2pPr marL="457200" algn="ctr" rtl="0" fontAlgn="base">
      <a:spcBef>
        <a:spcPct val="0"/>
      </a:spcBef>
      <a:spcAft>
        <a:spcPct val="0"/>
      </a:spcAft>
      <a:defRPr kern="1200">
        <a:solidFill>
          <a:schemeClr val="tx1"/>
        </a:solidFill>
        <a:latin typeface="Arial" pitchFamily="34" charset="0"/>
        <a:ea typeface="+mn-ea"/>
        <a:cs typeface="Arial" pitchFamily="34" charset="0"/>
      </a:defRPr>
    </a:lvl2pPr>
    <a:lvl3pPr marL="914400" algn="ctr" rtl="0" fontAlgn="base">
      <a:spcBef>
        <a:spcPct val="0"/>
      </a:spcBef>
      <a:spcAft>
        <a:spcPct val="0"/>
      </a:spcAft>
      <a:defRPr kern="1200">
        <a:solidFill>
          <a:schemeClr val="tx1"/>
        </a:solidFill>
        <a:latin typeface="Arial" pitchFamily="34" charset="0"/>
        <a:ea typeface="+mn-ea"/>
        <a:cs typeface="Arial" pitchFamily="34" charset="0"/>
      </a:defRPr>
    </a:lvl3pPr>
    <a:lvl4pPr marL="1371600" algn="ctr" rtl="0" fontAlgn="base">
      <a:spcBef>
        <a:spcPct val="0"/>
      </a:spcBef>
      <a:spcAft>
        <a:spcPct val="0"/>
      </a:spcAft>
      <a:defRPr kern="1200">
        <a:solidFill>
          <a:schemeClr val="tx1"/>
        </a:solidFill>
        <a:latin typeface="Arial" pitchFamily="34" charset="0"/>
        <a:ea typeface="+mn-ea"/>
        <a:cs typeface="Arial" pitchFamily="34" charset="0"/>
      </a:defRPr>
    </a:lvl4pPr>
    <a:lvl5pPr marL="1828800" algn="ctr"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3399FF"/>
    <a:srgbClr val="003399"/>
    <a:srgbClr val="E5E5F7"/>
    <a:srgbClr val="33CCFF"/>
    <a:srgbClr val="00CC00"/>
    <a:srgbClr val="66FFFF"/>
    <a:srgbClr val="FFFF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9341" autoAdjust="0"/>
    <p:restoredTop sz="94660"/>
  </p:normalViewPr>
  <p:slideViewPr>
    <p:cSldViewPr>
      <p:cViewPr varScale="1">
        <p:scale>
          <a:sx n="91" d="100"/>
          <a:sy n="91" d="100"/>
        </p:scale>
        <p:origin x="-1662" y="-114"/>
      </p:cViewPr>
      <p:guideLst>
        <p:guide orient="horz" pos="3264"/>
        <p:guide pos="14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5" d="100"/>
        <a:sy n="25"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B03A9C-4A26-4FFE-B609-BA9704E6A2E3}" type="doc">
      <dgm:prSet loTypeId="urn:microsoft.com/office/officeart/2005/8/layout/orgChart1" loCatId="hierarchy" qsTypeId="urn:microsoft.com/office/officeart/2005/8/quickstyle/simple1" qsCatId="simple" csTypeId="urn:microsoft.com/office/officeart/2005/8/colors/accent1_2" csCatId="accent1"/>
      <dgm:spPr/>
    </dgm:pt>
    <dgm:pt modelId="{88B31A26-8801-4BAB-932B-1F0943CFA1AE}">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b="0" i="0" u="none" strike="noStrike" cap="none" normalizeH="0" baseline="0" dirty="0" smtClean="0">
              <a:ln>
                <a:noFill/>
              </a:ln>
              <a:solidFill>
                <a:schemeClr val="tx1"/>
              </a:solidFill>
              <a:effectLst/>
              <a:latin typeface="Copperplate Gothic Bold" pitchFamily="34" charset="0"/>
              <a:cs typeface="Arial" pitchFamily="34" charset="0"/>
            </a:rPr>
            <a:t>SOLID MATERIALS</a:t>
          </a:r>
        </a:p>
      </dgm:t>
    </dgm:pt>
    <dgm:pt modelId="{865025EB-FA70-44E5-9E93-F67E3C1EA22D}" type="parTrans" cxnId="{B6CF703D-5DD8-4CA1-8B93-DD3BDB64D798}">
      <dgm:prSet/>
      <dgm:spPr/>
      <dgm:t>
        <a:bodyPr/>
        <a:lstStyle/>
        <a:p>
          <a:endParaRPr lang="en-US"/>
        </a:p>
      </dgm:t>
    </dgm:pt>
    <dgm:pt modelId="{C5E64A5F-6354-441F-902C-DDCAD5130C90}" type="sibTrans" cxnId="{B6CF703D-5DD8-4CA1-8B93-DD3BDB64D798}">
      <dgm:prSet/>
      <dgm:spPr/>
      <dgm:t>
        <a:bodyPr/>
        <a:lstStyle/>
        <a:p>
          <a:endParaRPr lang="en-US"/>
        </a:p>
      </dgm:t>
    </dgm:pt>
    <dgm:pt modelId="{D8054030-8B62-4C86-90A7-42B2E3150553}">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b="1" i="0" u="none" strike="noStrike" cap="none" normalizeH="0" baseline="0" dirty="0" smtClean="0">
              <a:ln>
                <a:noFill/>
              </a:ln>
              <a:solidFill>
                <a:schemeClr val="tx1"/>
              </a:solidFill>
              <a:effectLst/>
              <a:latin typeface="Copperplate Gothic Bold" pitchFamily="34" charset="0"/>
              <a:cs typeface="Arial" pitchFamily="34" charset="0"/>
            </a:rPr>
            <a:t>CRYSTALLINE</a:t>
          </a:r>
        </a:p>
      </dgm:t>
    </dgm:pt>
    <dgm:pt modelId="{7FFD3139-1A8C-4FD8-B44A-D369924FA777}" type="parTrans" cxnId="{B9200B69-4C3B-4A79-B7ED-10FE7C761D96}">
      <dgm:prSet/>
      <dgm:spPr/>
      <dgm:t>
        <a:bodyPr/>
        <a:lstStyle/>
        <a:p>
          <a:endParaRPr lang="en-US"/>
        </a:p>
      </dgm:t>
    </dgm:pt>
    <dgm:pt modelId="{E711B40D-30AF-4A4A-B81F-E5AC2EED4E82}" type="sibTrans" cxnId="{B9200B69-4C3B-4A79-B7ED-10FE7C761D96}">
      <dgm:prSet/>
      <dgm:spPr/>
      <dgm:t>
        <a:bodyPr/>
        <a:lstStyle/>
        <a:p>
          <a:endParaRPr lang="en-US"/>
        </a:p>
      </dgm:t>
    </dgm:pt>
    <dgm:pt modelId="{9BE8E50D-94E2-4913-86B8-FA379231B75B}">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b="1" i="0" u="none" strike="noStrike" cap="none" normalizeH="0" baseline="0" dirty="0" smtClean="0">
              <a:ln>
                <a:noFill/>
              </a:ln>
              <a:solidFill>
                <a:schemeClr val="tx1"/>
              </a:solidFill>
              <a:effectLst/>
              <a:latin typeface="Arial" pitchFamily="34" charset="0"/>
              <a:cs typeface="Arial" pitchFamily="34" charset="0"/>
            </a:rPr>
            <a:t>Single Crystal</a:t>
          </a:r>
        </a:p>
      </dgm:t>
    </dgm:pt>
    <dgm:pt modelId="{7A20A3DA-0580-4DC3-AA47-D016735AC76E}" type="parTrans" cxnId="{69005941-7418-4167-B6E0-7ED4239AF5A4}">
      <dgm:prSet/>
      <dgm:spPr/>
      <dgm:t>
        <a:bodyPr/>
        <a:lstStyle/>
        <a:p>
          <a:endParaRPr lang="en-US"/>
        </a:p>
      </dgm:t>
    </dgm:pt>
    <dgm:pt modelId="{45594794-1F78-43A9-9B36-EF3C3BB83A19}" type="sibTrans" cxnId="{69005941-7418-4167-B6E0-7ED4239AF5A4}">
      <dgm:prSet/>
      <dgm:spPr/>
      <dgm:t>
        <a:bodyPr/>
        <a:lstStyle/>
        <a:p>
          <a:endParaRPr lang="en-US"/>
        </a:p>
      </dgm:t>
    </dgm:pt>
    <dgm:pt modelId="{15BECF1F-5B9B-4F3E-861D-88A60E3821FD}">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b="1" i="0" u="none" strike="noStrike" cap="none" normalizeH="0" baseline="0" dirty="0" smtClean="0">
              <a:ln>
                <a:noFill/>
              </a:ln>
              <a:solidFill>
                <a:schemeClr val="tx1"/>
              </a:solidFill>
              <a:effectLst/>
              <a:latin typeface="Copperplate Gothic Bold" pitchFamily="34" charset="0"/>
              <a:cs typeface="Arial" pitchFamily="34" charset="0"/>
            </a:rPr>
            <a:t>POLYCRYSTALLINE</a:t>
          </a:r>
        </a:p>
      </dgm:t>
    </dgm:pt>
    <dgm:pt modelId="{038707ED-74EC-419F-BD8C-B39A1627541A}" type="parTrans" cxnId="{0D431B6F-102A-4910-A84A-E509D40757CC}">
      <dgm:prSet/>
      <dgm:spPr/>
      <dgm:t>
        <a:bodyPr/>
        <a:lstStyle/>
        <a:p>
          <a:endParaRPr lang="en-US"/>
        </a:p>
      </dgm:t>
    </dgm:pt>
    <dgm:pt modelId="{C49D8610-88EB-4125-B366-82DD34444463}" type="sibTrans" cxnId="{0D431B6F-102A-4910-A84A-E509D40757CC}">
      <dgm:prSet/>
      <dgm:spPr/>
      <dgm:t>
        <a:bodyPr/>
        <a:lstStyle/>
        <a:p>
          <a:endParaRPr lang="en-US"/>
        </a:p>
      </dgm:t>
    </dgm:pt>
    <dgm:pt modelId="{DBB50618-D279-4D68-830F-495C35915146}">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b="1" i="0" u="none" strike="noStrike" cap="none" normalizeH="0" baseline="0" dirty="0" smtClean="0">
              <a:ln>
                <a:noFill/>
              </a:ln>
              <a:solidFill>
                <a:schemeClr val="tx1"/>
              </a:solidFill>
              <a:effectLst/>
              <a:latin typeface="Copperplate Gothic Bold" pitchFamily="34" charset="0"/>
              <a:cs typeface="Arial" pitchFamily="34" charset="0"/>
            </a:rPr>
            <a:t>AMORPHOUS</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b="1" i="0" u="none" strike="noStrike" cap="none" normalizeH="0" baseline="0" dirty="0" smtClean="0">
              <a:ln>
                <a:noFill/>
              </a:ln>
              <a:solidFill>
                <a:schemeClr val="tx1"/>
              </a:solidFill>
              <a:effectLst/>
              <a:latin typeface="Copperplate Gothic Bold" pitchFamily="34" charset="0"/>
              <a:cs typeface="Arial" pitchFamily="34" charset="0"/>
            </a:rPr>
            <a:t>(Non-crystalline)</a:t>
          </a:r>
        </a:p>
      </dgm:t>
    </dgm:pt>
    <dgm:pt modelId="{F947E509-87F2-4A87-9393-DE0DBC18DEA2}" type="parTrans" cxnId="{9018F19B-C7C2-41C4-9186-1E67BC13DF47}">
      <dgm:prSet/>
      <dgm:spPr/>
      <dgm:t>
        <a:bodyPr/>
        <a:lstStyle/>
        <a:p>
          <a:endParaRPr lang="en-US"/>
        </a:p>
      </dgm:t>
    </dgm:pt>
    <dgm:pt modelId="{304FAE0F-5027-4C4B-B8AF-A311B243C661}" type="sibTrans" cxnId="{9018F19B-C7C2-41C4-9186-1E67BC13DF47}">
      <dgm:prSet/>
      <dgm:spPr/>
      <dgm:t>
        <a:bodyPr/>
        <a:lstStyle/>
        <a:p>
          <a:endParaRPr lang="en-US"/>
        </a:p>
      </dgm:t>
    </dgm:pt>
    <dgm:pt modelId="{B3B6F7ED-B5CE-4D22-9BE4-228E9953DF05}" type="pres">
      <dgm:prSet presAssocID="{47B03A9C-4A26-4FFE-B609-BA9704E6A2E3}" presName="hierChild1" presStyleCnt="0">
        <dgm:presLayoutVars>
          <dgm:orgChart val="1"/>
          <dgm:chPref val="1"/>
          <dgm:dir/>
          <dgm:animOne val="branch"/>
          <dgm:animLvl val="lvl"/>
          <dgm:resizeHandles/>
        </dgm:presLayoutVars>
      </dgm:prSet>
      <dgm:spPr/>
    </dgm:pt>
    <dgm:pt modelId="{FD6DBAD4-2071-4B31-8E14-17181DDC9321}" type="pres">
      <dgm:prSet presAssocID="{88B31A26-8801-4BAB-932B-1F0943CFA1AE}" presName="hierRoot1" presStyleCnt="0">
        <dgm:presLayoutVars>
          <dgm:hierBranch/>
        </dgm:presLayoutVars>
      </dgm:prSet>
      <dgm:spPr/>
    </dgm:pt>
    <dgm:pt modelId="{EBECF998-764D-40D6-A8F6-E088C00E6B75}" type="pres">
      <dgm:prSet presAssocID="{88B31A26-8801-4BAB-932B-1F0943CFA1AE}" presName="rootComposite1" presStyleCnt="0"/>
      <dgm:spPr/>
    </dgm:pt>
    <dgm:pt modelId="{19D3A5A9-5735-4375-9653-A839E887CEB1}" type="pres">
      <dgm:prSet presAssocID="{88B31A26-8801-4BAB-932B-1F0943CFA1AE}" presName="rootText1" presStyleLbl="node0" presStyleIdx="0" presStyleCnt="1">
        <dgm:presLayoutVars>
          <dgm:chPref val="3"/>
        </dgm:presLayoutVars>
      </dgm:prSet>
      <dgm:spPr/>
      <dgm:t>
        <a:bodyPr/>
        <a:lstStyle/>
        <a:p>
          <a:endParaRPr lang="en-US"/>
        </a:p>
      </dgm:t>
    </dgm:pt>
    <dgm:pt modelId="{95AF0481-2485-475D-BEE8-DDEE11969290}" type="pres">
      <dgm:prSet presAssocID="{88B31A26-8801-4BAB-932B-1F0943CFA1AE}" presName="rootConnector1" presStyleLbl="node1" presStyleIdx="0" presStyleCnt="0"/>
      <dgm:spPr/>
      <dgm:t>
        <a:bodyPr/>
        <a:lstStyle/>
        <a:p>
          <a:endParaRPr lang="en-US"/>
        </a:p>
      </dgm:t>
    </dgm:pt>
    <dgm:pt modelId="{3C43A21A-3864-4FD5-9198-CEB32D7AA4B5}" type="pres">
      <dgm:prSet presAssocID="{88B31A26-8801-4BAB-932B-1F0943CFA1AE}" presName="hierChild2" presStyleCnt="0"/>
      <dgm:spPr/>
    </dgm:pt>
    <dgm:pt modelId="{02377494-A81A-48D2-B3D1-A0E822EB0A53}" type="pres">
      <dgm:prSet presAssocID="{7FFD3139-1A8C-4FD8-B44A-D369924FA777}" presName="Name35" presStyleLbl="parChTrans1D2" presStyleIdx="0" presStyleCnt="3"/>
      <dgm:spPr/>
      <dgm:t>
        <a:bodyPr/>
        <a:lstStyle/>
        <a:p>
          <a:endParaRPr lang="en-US"/>
        </a:p>
      </dgm:t>
    </dgm:pt>
    <dgm:pt modelId="{78E56E39-1E42-4AB1-9D6C-E50AE551D752}" type="pres">
      <dgm:prSet presAssocID="{D8054030-8B62-4C86-90A7-42B2E3150553}" presName="hierRoot2" presStyleCnt="0">
        <dgm:presLayoutVars>
          <dgm:hierBranch/>
        </dgm:presLayoutVars>
      </dgm:prSet>
      <dgm:spPr/>
    </dgm:pt>
    <dgm:pt modelId="{97D9E308-1EEA-459D-928F-EF077CBE4853}" type="pres">
      <dgm:prSet presAssocID="{D8054030-8B62-4C86-90A7-42B2E3150553}" presName="rootComposite" presStyleCnt="0"/>
      <dgm:spPr/>
    </dgm:pt>
    <dgm:pt modelId="{4CD8ABF0-E795-40F6-8F3C-AF7FDCF12B5C}" type="pres">
      <dgm:prSet presAssocID="{D8054030-8B62-4C86-90A7-42B2E3150553}" presName="rootText" presStyleLbl="node2" presStyleIdx="0" presStyleCnt="3">
        <dgm:presLayoutVars>
          <dgm:chPref val="3"/>
        </dgm:presLayoutVars>
      </dgm:prSet>
      <dgm:spPr/>
      <dgm:t>
        <a:bodyPr/>
        <a:lstStyle/>
        <a:p>
          <a:endParaRPr lang="en-US"/>
        </a:p>
      </dgm:t>
    </dgm:pt>
    <dgm:pt modelId="{3640B3FB-DC2A-430F-A2A8-06DDB2844DEB}" type="pres">
      <dgm:prSet presAssocID="{D8054030-8B62-4C86-90A7-42B2E3150553}" presName="rootConnector" presStyleLbl="node2" presStyleIdx="0" presStyleCnt="3"/>
      <dgm:spPr/>
      <dgm:t>
        <a:bodyPr/>
        <a:lstStyle/>
        <a:p>
          <a:endParaRPr lang="en-US"/>
        </a:p>
      </dgm:t>
    </dgm:pt>
    <dgm:pt modelId="{2AEEADA3-43DA-4F5E-9AC6-D2C9F985903D}" type="pres">
      <dgm:prSet presAssocID="{D8054030-8B62-4C86-90A7-42B2E3150553}" presName="hierChild4" presStyleCnt="0"/>
      <dgm:spPr/>
    </dgm:pt>
    <dgm:pt modelId="{7CDAF8B1-D9BF-4843-BE63-E3207EF80F0E}" type="pres">
      <dgm:prSet presAssocID="{7A20A3DA-0580-4DC3-AA47-D016735AC76E}" presName="Name35" presStyleLbl="parChTrans1D3" presStyleIdx="0" presStyleCnt="1"/>
      <dgm:spPr/>
      <dgm:t>
        <a:bodyPr/>
        <a:lstStyle/>
        <a:p>
          <a:endParaRPr lang="en-US"/>
        </a:p>
      </dgm:t>
    </dgm:pt>
    <dgm:pt modelId="{A35952DF-355B-4312-AC13-F722F3D8528E}" type="pres">
      <dgm:prSet presAssocID="{9BE8E50D-94E2-4913-86B8-FA379231B75B}" presName="hierRoot2" presStyleCnt="0">
        <dgm:presLayoutVars>
          <dgm:hierBranch val="r"/>
        </dgm:presLayoutVars>
      </dgm:prSet>
      <dgm:spPr/>
    </dgm:pt>
    <dgm:pt modelId="{EE4684C0-F083-4593-B0AD-5C0A18D4FC05}" type="pres">
      <dgm:prSet presAssocID="{9BE8E50D-94E2-4913-86B8-FA379231B75B}" presName="rootComposite" presStyleCnt="0"/>
      <dgm:spPr/>
    </dgm:pt>
    <dgm:pt modelId="{A926CCB5-E0CC-44D0-81E5-83DC6D31FE97}" type="pres">
      <dgm:prSet presAssocID="{9BE8E50D-94E2-4913-86B8-FA379231B75B}" presName="rootText" presStyleLbl="node3" presStyleIdx="0" presStyleCnt="1">
        <dgm:presLayoutVars>
          <dgm:chPref val="3"/>
        </dgm:presLayoutVars>
      </dgm:prSet>
      <dgm:spPr/>
      <dgm:t>
        <a:bodyPr/>
        <a:lstStyle/>
        <a:p>
          <a:endParaRPr lang="en-US"/>
        </a:p>
      </dgm:t>
    </dgm:pt>
    <dgm:pt modelId="{98B4174C-8BAD-4221-B6FE-A223827756B9}" type="pres">
      <dgm:prSet presAssocID="{9BE8E50D-94E2-4913-86B8-FA379231B75B}" presName="rootConnector" presStyleLbl="node3" presStyleIdx="0" presStyleCnt="1"/>
      <dgm:spPr/>
      <dgm:t>
        <a:bodyPr/>
        <a:lstStyle/>
        <a:p>
          <a:endParaRPr lang="en-US"/>
        </a:p>
      </dgm:t>
    </dgm:pt>
    <dgm:pt modelId="{BB851697-34B9-4944-B44D-4C4FF971EB80}" type="pres">
      <dgm:prSet presAssocID="{9BE8E50D-94E2-4913-86B8-FA379231B75B}" presName="hierChild4" presStyleCnt="0"/>
      <dgm:spPr/>
    </dgm:pt>
    <dgm:pt modelId="{54DD364F-D71D-4195-A8C0-59F0A652443F}" type="pres">
      <dgm:prSet presAssocID="{9BE8E50D-94E2-4913-86B8-FA379231B75B}" presName="hierChild5" presStyleCnt="0"/>
      <dgm:spPr/>
    </dgm:pt>
    <dgm:pt modelId="{F8FD458B-7B79-4A57-A249-B05C9E3CCFFD}" type="pres">
      <dgm:prSet presAssocID="{D8054030-8B62-4C86-90A7-42B2E3150553}" presName="hierChild5" presStyleCnt="0"/>
      <dgm:spPr/>
    </dgm:pt>
    <dgm:pt modelId="{DD19A072-9F69-4195-9058-71BFD1C66EBC}" type="pres">
      <dgm:prSet presAssocID="{038707ED-74EC-419F-BD8C-B39A1627541A}" presName="Name35" presStyleLbl="parChTrans1D2" presStyleIdx="1" presStyleCnt="3"/>
      <dgm:spPr/>
      <dgm:t>
        <a:bodyPr/>
        <a:lstStyle/>
        <a:p>
          <a:endParaRPr lang="en-US"/>
        </a:p>
      </dgm:t>
    </dgm:pt>
    <dgm:pt modelId="{791E8AD0-FEC7-4E8B-B74B-4AE304387758}" type="pres">
      <dgm:prSet presAssocID="{15BECF1F-5B9B-4F3E-861D-88A60E3821FD}" presName="hierRoot2" presStyleCnt="0">
        <dgm:presLayoutVars>
          <dgm:hierBranch/>
        </dgm:presLayoutVars>
      </dgm:prSet>
      <dgm:spPr/>
    </dgm:pt>
    <dgm:pt modelId="{41DA0A64-6E89-4370-B97D-A13997DFA4FE}" type="pres">
      <dgm:prSet presAssocID="{15BECF1F-5B9B-4F3E-861D-88A60E3821FD}" presName="rootComposite" presStyleCnt="0"/>
      <dgm:spPr/>
    </dgm:pt>
    <dgm:pt modelId="{F7E589A8-001A-4541-92C0-6218ABE3C296}" type="pres">
      <dgm:prSet presAssocID="{15BECF1F-5B9B-4F3E-861D-88A60E3821FD}" presName="rootText" presStyleLbl="node2" presStyleIdx="1" presStyleCnt="3">
        <dgm:presLayoutVars>
          <dgm:chPref val="3"/>
        </dgm:presLayoutVars>
      </dgm:prSet>
      <dgm:spPr/>
      <dgm:t>
        <a:bodyPr/>
        <a:lstStyle/>
        <a:p>
          <a:endParaRPr lang="en-US"/>
        </a:p>
      </dgm:t>
    </dgm:pt>
    <dgm:pt modelId="{291BA6A0-6E71-4FBC-921E-0F767C9F298C}" type="pres">
      <dgm:prSet presAssocID="{15BECF1F-5B9B-4F3E-861D-88A60E3821FD}" presName="rootConnector" presStyleLbl="node2" presStyleIdx="1" presStyleCnt="3"/>
      <dgm:spPr/>
      <dgm:t>
        <a:bodyPr/>
        <a:lstStyle/>
        <a:p>
          <a:endParaRPr lang="en-US"/>
        </a:p>
      </dgm:t>
    </dgm:pt>
    <dgm:pt modelId="{BD2FDB0C-6EF6-4FF5-84D8-69D96FD87A38}" type="pres">
      <dgm:prSet presAssocID="{15BECF1F-5B9B-4F3E-861D-88A60E3821FD}" presName="hierChild4" presStyleCnt="0"/>
      <dgm:spPr/>
    </dgm:pt>
    <dgm:pt modelId="{6A289957-5B99-4A3C-BFF7-F8DB231B9095}" type="pres">
      <dgm:prSet presAssocID="{15BECF1F-5B9B-4F3E-861D-88A60E3821FD}" presName="hierChild5" presStyleCnt="0"/>
      <dgm:spPr/>
    </dgm:pt>
    <dgm:pt modelId="{B0AD5C6B-2597-455A-96F3-0BC9FE9B4291}" type="pres">
      <dgm:prSet presAssocID="{F947E509-87F2-4A87-9393-DE0DBC18DEA2}" presName="Name35" presStyleLbl="parChTrans1D2" presStyleIdx="2" presStyleCnt="3"/>
      <dgm:spPr/>
      <dgm:t>
        <a:bodyPr/>
        <a:lstStyle/>
        <a:p>
          <a:endParaRPr lang="en-US"/>
        </a:p>
      </dgm:t>
    </dgm:pt>
    <dgm:pt modelId="{2417B993-CDDE-4432-BE22-07A172D38D74}" type="pres">
      <dgm:prSet presAssocID="{DBB50618-D279-4D68-830F-495C35915146}" presName="hierRoot2" presStyleCnt="0">
        <dgm:presLayoutVars>
          <dgm:hierBranch/>
        </dgm:presLayoutVars>
      </dgm:prSet>
      <dgm:spPr/>
    </dgm:pt>
    <dgm:pt modelId="{FE7F1875-90D1-49C5-8DA5-4B0B5D0F4390}" type="pres">
      <dgm:prSet presAssocID="{DBB50618-D279-4D68-830F-495C35915146}" presName="rootComposite" presStyleCnt="0"/>
      <dgm:spPr/>
    </dgm:pt>
    <dgm:pt modelId="{8C77F2AA-296C-4E0C-9F4F-A67781B8B567}" type="pres">
      <dgm:prSet presAssocID="{DBB50618-D279-4D68-830F-495C35915146}" presName="rootText" presStyleLbl="node2" presStyleIdx="2" presStyleCnt="3">
        <dgm:presLayoutVars>
          <dgm:chPref val="3"/>
        </dgm:presLayoutVars>
      </dgm:prSet>
      <dgm:spPr/>
      <dgm:t>
        <a:bodyPr/>
        <a:lstStyle/>
        <a:p>
          <a:endParaRPr lang="en-US"/>
        </a:p>
      </dgm:t>
    </dgm:pt>
    <dgm:pt modelId="{6786AE41-70EF-429C-AF43-5DFBE8A93579}" type="pres">
      <dgm:prSet presAssocID="{DBB50618-D279-4D68-830F-495C35915146}" presName="rootConnector" presStyleLbl="node2" presStyleIdx="2" presStyleCnt="3"/>
      <dgm:spPr/>
      <dgm:t>
        <a:bodyPr/>
        <a:lstStyle/>
        <a:p>
          <a:endParaRPr lang="en-US"/>
        </a:p>
      </dgm:t>
    </dgm:pt>
    <dgm:pt modelId="{181FC4C1-64C6-41AF-B44A-97A9EA98E6C8}" type="pres">
      <dgm:prSet presAssocID="{DBB50618-D279-4D68-830F-495C35915146}" presName="hierChild4" presStyleCnt="0"/>
      <dgm:spPr/>
    </dgm:pt>
    <dgm:pt modelId="{2A86726E-181F-4118-A30D-30C1F6A9E434}" type="pres">
      <dgm:prSet presAssocID="{DBB50618-D279-4D68-830F-495C35915146}" presName="hierChild5" presStyleCnt="0"/>
      <dgm:spPr/>
    </dgm:pt>
    <dgm:pt modelId="{0270D67E-1FD9-4297-8C51-014665510DB9}" type="pres">
      <dgm:prSet presAssocID="{88B31A26-8801-4BAB-932B-1F0943CFA1AE}" presName="hierChild3" presStyleCnt="0"/>
      <dgm:spPr/>
    </dgm:pt>
  </dgm:ptLst>
  <dgm:cxnLst>
    <dgm:cxn modelId="{C6487834-2CD2-406B-9A65-AE9CAC2DFD32}" type="presOf" srcId="{DBB50618-D279-4D68-830F-495C35915146}" destId="{6786AE41-70EF-429C-AF43-5DFBE8A93579}" srcOrd="1" destOrd="0" presId="urn:microsoft.com/office/officeart/2005/8/layout/orgChart1"/>
    <dgm:cxn modelId="{B9200B69-4C3B-4A79-B7ED-10FE7C761D96}" srcId="{88B31A26-8801-4BAB-932B-1F0943CFA1AE}" destId="{D8054030-8B62-4C86-90A7-42B2E3150553}" srcOrd="0" destOrd="0" parTransId="{7FFD3139-1A8C-4FD8-B44A-D369924FA777}" sibTransId="{E711B40D-30AF-4A4A-B81F-E5AC2EED4E82}"/>
    <dgm:cxn modelId="{B6CF703D-5DD8-4CA1-8B93-DD3BDB64D798}" srcId="{47B03A9C-4A26-4FFE-B609-BA9704E6A2E3}" destId="{88B31A26-8801-4BAB-932B-1F0943CFA1AE}" srcOrd="0" destOrd="0" parTransId="{865025EB-FA70-44E5-9E93-F67E3C1EA22D}" sibTransId="{C5E64A5F-6354-441F-902C-DDCAD5130C90}"/>
    <dgm:cxn modelId="{CCD737B6-279D-45E1-ABF5-591659B19ED3}" type="presOf" srcId="{7A20A3DA-0580-4DC3-AA47-D016735AC76E}" destId="{7CDAF8B1-D9BF-4843-BE63-E3207EF80F0E}" srcOrd="0" destOrd="0" presId="urn:microsoft.com/office/officeart/2005/8/layout/orgChart1"/>
    <dgm:cxn modelId="{0DB74DE5-4298-434C-A8C9-A56AE1D29ABB}" type="presOf" srcId="{47B03A9C-4A26-4FFE-B609-BA9704E6A2E3}" destId="{B3B6F7ED-B5CE-4D22-9BE4-228E9953DF05}" srcOrd="0" destOrd="0" presId="urn:microsoft.com/office/officeart/2005/8/layout/orgChart1"/>
    <dgm:cxn modelId="{44F51111-3510-4BE6-807E-C62E1A5FD758}" type="presOf" srcId="{15BECF1F-5B9B-4F3E-861D-88A60E3821FD}" destId="{F7E589A8-001A-4541-92C0-6218ABE3C296}" srcOrd="0" destOrd="0" presId="urn:microsoft.com/office/officeart/2005/8/layout/orgChart1"/>
    <dgm:cxn modelId="{CF707D37-5674-4DE4-BD3B-F25048C55203}" type="presOf" srcId="{038707ED-74EC-419F-BD8C-B39A1627541A}" destId="{DD19A072-9F69-4195-9058-71BFD1C66EBC}" srcOrd="0" destOrd="0" presId="urn:microsoft.com/office/officeart/2005/8/layout/orgChart1"/>
    <dgm:cxn modelId="{9018F19B-C7C2-41C4-9186-1E67BC13DF47}" srcId="{88B31A26-8801-4BAB-932B-1F0943CFA1AE}" destId="{DBB50618-D279-4D68-830F-495C35915146}" srcOrd="2" destOrd="0" parTransId="{F947E509-87F2-4A87-9393-DE0DBC18DEA2}" sibTransId="{304FAE0F-5027-4C4B-B8AF-A311B243C661}"/>
    <dgm:cxn modelId="{DA691F31-ED7A-47DE-BF08-EC0EBBE4EB89}" type="presOf" srcId="{D8054030-8B62-4C86-90A7-42B2E3150553}" destId="{4CD8ABF0-E795-40F6-8F3C-AF7FDCF12B5C}" srcOrd="0" destOrd="0" presId="urn:microsoft.com/office/officeart/2005/8/layout/orgChart1"/>
    <dgm:cxn modelId="{69005941-7418-4167-B6E0-7ED4239AF5A4}" srcId="{D8054030-8B62-4C86-90A7-42B2E3150553}" destId="{9BE8E50D-94E2-4913-86B8-FA379231B75B}" srcOrd="0" destOrd="0" parTransId="{7A20A3DA-0580-4DC3-AA47-D016735AC76E}" sibTransId="{45594794-1F78-43A9-9B36-EF3C3BB83A19}"/>
    <dgm:cxn modelId="{879E405F-C75C-4AC0-AF6C-E6FA67BBC7F9}" type="presOf" srcId="{88B31A26-8801-4BAB-932B-1F0943CFA1AE}" destId="{19D3A5A9-5735-4375-9653-A839E887CEB1}" srcOrd="0" destOrd="0" presId="urn:microsoft.com/office/officeart/2005/8/layout/orgChart1"/>
    <dgm:cxn modelId="{05739A68-8225-4D79-8A64-39FB5F3437D9}" type="presOf" srcId="{DBB50618-D279-4D68-830F-495C35915146}" destId="{8C77F2AA-296C-4E0C-9F4F-A67781B8B567}" srcOrd="0" destOrd="0" presId="urn:microsoft.com/office/officeart/2005/8/layout/orgChart1"/>
    <dgm:cxn modelId="{C2DBD7E9-BA71-4277-B5ED-A12E994FAB9A}" type="presOf" srcId="{15BECF1F-5B9B-4F3E-861D-88A60E3821FD}" destId="{291BA6A0-6E71-4FBC-921E-0F767C9F298C}" srcOrd="1" destOrd="0" presId="urn:microsoft.com/office/officeart/2005/8/layout/orgChart1"/>
    <dgm:cxn modelId="{026ACC2C-4AAA-4ACB-9D3C-9043F3BDD457}" type="presOf" srcId="{9BE8E50D-94E2-4913-86B8-FA379231B75B}" destId="{98B4174C-8BAD-4221-B6FE-A223827756B9}" srcOrd="1" destOrd="0" presId="urn:microsoft.com/office/officeart/2005/8/layout/orgChart1"/>
    <dgm:cxn modelId="{8D79783F-94BE-42B0-A0E2-2D227B4F1918}" type="presOf" srcId="{F947E509-87F2-4A87-9393-DE0DBC18DEA2}" destId="{B0AD5C6B-2597-455A-96F3-0BC9FE9B4291}" srcOrd="0" destOrd="0" presId="urn:microsoft.com/office/officeart/2005/8/layout/orgChart1"/>
    <dgm:cxn modelId="{05220F81-ABAA-415E-BEE8-7F485C7D1787}" type="presOf" srcId="{88B31A26-8801-4BAB-932B-1F0943CFA1AE}" destId="{95AF0481-2485-475D-BEE8-DDEE11969290}" srcOrd="1" destOrd="0" presId="urn:microsoft.com/office/officeart/2005/8/layout/orgChart1"/>
    <dgm:cxn modelId="{659B02C6-F533-4B94-BA7F-0E9BF75519FF}" type="presOf" srcId="{D8054030-8B62-4C86-90A7-42B2E3150553}" destId="{3640B3FB-DC2A-430F-A2A8-06DDB2844DEB}" srcOrd="1" destOrd="0" presId="urn:microsoft.com/office/officeart/2005/8/layout/orgChart1"/>
    <dgm:cxn modelId="{5797CB28-2B2E-49FB-95C7-FE3E546A28D2}" type="presOf" srcId="{9BE8E50D-94E2-4913-86B8-FA379231B75B}" destId="{A926CCB5-E0CC-44D0-81E5-83DC6D31FE97}" srcOrd="0" destOrd="0" presId="urn:microsoft.com/office/officeart/2005/8/layout/orgChart1"/>
    <dgm:cxn modelId="{6250A37D-04E7-43D0-84AD-3CA300584D8A}" type="presOf" srcId="{7FFD3139-1A8C-4FD8-B44A-D369924FA777}" destId="{02377494-A81A-48D2-B3D1-A0E822EB0A53}" srcOrd="0" destOrd="0" presId="urn:microsoft.com/office/officeart/2005/8/layout/orgChart1"/>
    <dgm:cxn modelId="{0D431B6F-102A-4910-A84A-E509D40757CC}" srcId="{88B31A26-8801-4BAB-932B-1F0943CFA1AE}" destId="{15BECF1F-5B9B-4F3E-861D-88A60E3821FD}" srcOrd="1" destOrd="0" parTransId="{038707ED-74EC-419F-BD8C-B39A1627541A}" sibTransId="{C49D8610-88EB-4125-B366-82DD34444463}"/>
    <dgm:cxn modelId="{E5C60843-0BCC-4267-8DCB-DC25A9723394}" type="presParOf" srcId="{B3B6F7ED-B5CE-4D22-9BE4-228E9953DF05}" destId="{FD6DBAD4-2071-4B31-8E14-17181DDC9321}" srcOrd="0" destOrd="0" presId="urn:microsoft.com/office/officeart/2005/8/layout/orgChart1"/>
    <dgm:cxn modelId="{8670BF03-6F35-4322-B04E-579A94696888}" type="presParOf" srcId="{FD6DBAD4-2071-4B31-8E14-17181DDC9321}" destId="{EBECF998-764D-40D6-A8F6-E088C00E6B75}" srcOrd="0" destOrd="0" presId="urn:microsoft.com/office/officeart/2005/8/layout/orgChart1"/>
    <dgm:cxn modelId="{849A779E-E32C-4072-B73B-6F2E23FA7A84}" type="presParOf" srcId="{EBECF998-764D-40D6-A8F6-E088C00E6B75}" destId="{19D3A5A9-5735-4375-9653-A839E887CEB1}" srcOrd="0" destOrd="0" presId="urn:microsoft.com/office/officeart/2005/8/layout/orgChart1"/>
    <dgm:cxn modelId="{DCA566A9-A750-4B61-AE75-AC6A02235A88}" type="presParOf" srcId="{EBECF998-764D-40D6-A8F6-E088C00E6B75}" destId="{95AF0481-2485-475D-BEE8-DDEE11969290}" srcOrd="1" destOrd="0" presId="urn:microsoft.com/office/officeart/2005/8/layout/orgChart1"/>
    <dgm:cxn modelId="{27703A78-5266-4905-AECC-BEAC5A65ABF6}" type="presParOf" srcId="{FD6DBAD4-2071-4B31-8E14-17181DDC9321}" destId="{3C43A21A-3864-4FD5-9198-CEB32D7AA4B5}" srcOrd="1" destOrd="0" presId="urn:microsoft.com/office/officeart/2005/8/layout/orgChart1"/>
    <dgm:cxn modelId="{1C9F6136-BDB0-4260-A6E6-90329901EEF8}" type="presParOf" srcId="{3C43A21A-3864-4FD5-9198-CEB32D7AA4B5}" destId="{02377494-A81A-48D2-B3D1-A0E822EB0A53}" srcOrd="0" destOrd="0" presId="urn:microsoft.com/office/officeart/2005/8/layout/orgChart1"/>
    <dgm:cxn modelId="{3E51F796-E2C3-45DC-81F5-D7BE17EFA5E4}" type="presParOf" srcId="{3C43A21A-3864-4FD5-9198-CEB32D7AA4B5}" destId="{78E56E39-1E42-4AB1-9D6C-E50AE551D752}" srcOrd="1" destOrd="0" presId="urn:microsoft.com/office/officeart/2005/8/layout/orgChart1"/>
    <dgm:cxn modelId="{EC6583B0-49F5-4632-895E-5399B981B5E2}" type="presParOf" srcId="{78E56E39-1E42-4AB1-9D6C-E50AE551D752}" destId="{97D9E308-1EEA-459D-928F-EF077CBE4853}" srcOrd="0" destOrd="0" presId="urn:microsoft.com/office/officeart/2005/8/layout/orgChart1"/>
    <dgm:cxn modelId="{DF91B768-61BC-40A3-82EB-5D5B154A7A50}" type="presParOf" srcId="{97D9E308-1EEA-459D-928F-EF077CBE4853}" destId="{4CD8ABF0-E795-40F6-8F3C-AF7FDCF12B5C}" srcOrd="0" destOrd="0" presId="urn:microsoft.com/office/officeart/2005/8/layout/orgChart1"/>
    <dgm:cxn modelId="{99EA1907-079A-4110-BFB0-17567D29FF79}" type="presParOf" srcId="{97D9E308-1EEA-459D-928F-EF077CBE4853}" destId="{3640B3FB-DC2A-430F-A2A8-06DDB2844DEB}" srcOrd="1" destOrd="0" presId="urn:microsoft.com/office/officeart/2005/8/layout/orgChart1"/>
    <dgm:cxn modelId="{F2918F00-35B8-41E8-84FD-317C51A610FD}" type="presParOf" srcId="{78E56E39-1E42-4AB1-9D6C-E50AE551D752}" destId="{2AEEADA3-43DA-4F5E-9AC6-D2C9F985903D}" srcOrd="1" destOrd="0" presId="urn:microsoft.com/office/officeart/2005/8/layout/orgChart1"/>
    <dgm:cxn modelId="{B0A68B0A-D23F-4250-A874-F40FBF724E0B}" type="presParOf" srcId="{2AEEADA3-43DA-4F5E-9AC6-D2C9F985903D}" destId="{7CDAF8B1-D9BF-4843-BE63-E3207EF80F0E}" srcOrd="0" destOrd="0" presId="urn:microsoft.com/office/officeart/2005/8/layout/orgChart1"/>
    <dgm:cxn modelId="{C51B3138-2C32-4378-AB0F-A076BC81CE89}" type="presParOf" srcId="{2AEEADA3-43DA-4F5E-9AC6-D2C9F985903D}" destId="{A35952DF-355B-4312-AC13-F722F3D8528E}" srcOrd="1" destOrd="0" presId="urn:microsoft.com/office/officeart/2005/8/layout/orgChart1"/>
    <dgm:cxn modelId="{20EBEB3B-CC89-4EA6-A7C6-B4F559BC46EC}" type="presParOf" srcId="{A35952DF-355B-4312-AC13-F722F3D8528E}" destId="{EE4684C0-F083-4593-B0AD-5C0A18D4FC05}" srcOrd="0" destOrd="0" presId="urn:microsoft.com/office/officeart/2005/8/layout/orgChart1"/>
    <dgm:cxn modelId="{49E45C3B-DCFF-422E-8245-BA988A799B51}" type="presParOf" srcId="{EE4684C0-F083-4593-B0AD-5C0A18D4FC05}" destId="{A926CCB5-E0CC-44D0-81E5-83DC6D31FE97}" srcOrd="0" destOrd="0" presId="urn:microsoft.com/office/officeart/2005/8/layout/orgChart1"/>
    <dgm:cxn modelId="{8E81FD9F-7616-44C4-A197-8A549EA57B6E}" type="presParOf" srcId="{EE4684C0-F083-4593-B0AD-5C0A18D4FC05}" destId="{98B4174C-8BAD-4221-B6FE-A223827756B9}" srcOrd="1" destOrd="0" presId="urn:microsoft.com/office/officeart/2005/8/layout/orgChart1"/>
    <dgm:cxn modelId="{6B5B3698-4E2E-442C-BD85-98D8A84FD66F}" type="presParOf" srcId="{A35952DF-355B-4312-AC13-F722F3D8528E}" destId="{BB851697-34B9-4944-B44D-4C4FF971EB80}" srcOrd="1" destOrd="0" presId="urn:microsoft.com/office/officeart/2005/8/layout/orgChart1"/>
    <dgm:cxn modelId="{6DF30D3F-24F4-4CBA-9EEF-CC7EF827CEA7}" type="presParOf" srcId="{A35952DF-355B-4312-AC13-F722F3D8528E}" destId="{54DD364F-D71D-4195-A8C0-59F0A652443F}" srcOrd="2" destOrd="0" presId="urn:microsoft.com/office/officeart/2005/8/layout/orgChart1"/>
    <dgm:cxn modelId="{D3DEDF0C-6366-4261-97D4-85BA1CD58109}" type="presParOf" srcId="{78E56E39-1E42-4AB1-9D6C-E50AE551D752}" destId="{F8FD458B-7B79-4A57-A249-B05C9E3CCFFD}" srcOrd="2" destOrd="0" presId="urn:microsoft.com/office/officeart/2005/8/layout/orgChart1"/>
    <dgm:cxn modelId="{F4711A3D-1CD4-49F8-98FF-F167EE806C01}" type="presParOf" srcId="{3C43A21A-3864-4FD5-9198-CEB32D7AA4B5}" destId="{DD19A072-9F69-4195-9058-71BFD1C66EBC}" srcOrd="2" destOrd="0" presId="urn:microsoft.com/office/officeart/2005/8/layout/orgChart1"/>
    <dgm:cxn modelId="{CCED5DA5-17C8-44D0-A296-74566804A180}" type="presParOf" srcId="{3C43A21A-3864-4FD5-9198-CEB32D7AA4B5}" destId="{791E8AD0-FEC7-4E8B-B74B-4AE304387758}" srcOrd="3" destOrd="0" presId="urn:microsoft.com/office/officeart/2005/8/layout/orgChart1"/>
    <dgm:cxn modelId="{E50CE58C-7A50-4366-BB8D-EA371C136A1A}" type="presParOf" srcId="{791E8AD0-FEC7-4E8B-B74B-4AE304387758}" destId="{41DA0A64-6E89-4370-B97D-A13997DFA4FE}" srcOrd="0" destOrd="0" presId="urn:microsoft.com/office/officeart/2005/8/layout/orgChart1"/>
    <dgm:cxn modelId="{AEB6801F-E397-4BF7-B258-BBB1A74703CD}" type="presParOf" srcId="{41DA0A64-6E89-4370-B97D-A13997DFA4FE}" destId="{F7E589A8-001A-4541-92C0-6218ABE3C296}" srcOrd="0" destOrd="0" presId="urn:microsoft.com/office/officeart/2005/8/layout/orgChart1"/>
    <dgm:cxn modelId="{43325651-8B2B-4E89-A168-732B7B701D06}" type="presParOf" srcId="{41DA0A64-6E89-4370-B97D-A13997DFA4FE}" destId="{291BA6A0-6E71-4FBC-921E-0F767C9F298C}" srcOrd="1" destOrd="0" presId="urn:microsoft.com/office/officeart/2005/8/layout/orgChart1"/>
    <dgm:cxn modelId="{25187B19-7377-419C-AABF-11B8F4754EF8}" type="presParOf" srcId="{791E8AD0-FEC7-4E8B-B74B-4AE304387758}" destId="{BD2FDB0C-6EF6-4FF5-84D8-69D96FD87A38}" srcOrd="1" destOrd="0" presId="urn:microsoft.com/office/officeart/2005/8/layout/orgChart1"/>
    <dgm:cxn modelId="{AE348C46-D5B5-4FBD-B7B9-5A02EF5B73FD}" type="presParOf" srcId="{791E8AD0-FEC7-4E8B-B74B-4AE304387758}" destId="{6A289957-5B99-4A3C-BFF7-F8DB231B9095}" srcOrd="2" destOrd="0" presId="urn:microsoft.com/office/officeart/2005/8/layout/orgChart1"/>
    <dgm:cxn modelId="{D52092AF-E349-48F1-B7D5-0D7B46AC0CE8}" type="presParOf" srcId="{3C43A21A-3864-4FD5-9198-CEB32D7AA4B5}" destId="{B0AD5C6B-2597-455A-96F3-0BC9FE9B4291}" srcOrd="4" destOrd="0" presId="urn:microsoft.com/office/officeart/2005/8/layout/orgChart1"/>
    <dgm:cxn modelId="{A9E1D3BA-0F4B-4AF9-BCF4-50B47BA39B47}" type="presParOf" srcId="{3C43A21A-3864-4FD5-9198-CEB32D7AA4B5}" destId="{2417B993-CDDE-4432-BE22-07A172D38D74}" srcOrd="5" destOrd="0" presId="urn:microsoft.com/office/officeart/2005/8/layout/orgChart1"/>
    <dgm:cxn modelId="{C10675AD-FD18-4748-BA03-ECB1E8C9B312}" type="presParOf" srcId="{2417B993-CDDE-4432-BE22-07A172D38D74}" destId="{FE7F1875-90D1-49C5-8DA5-4B0B5D0F4390}" srcOrd="0" destOrd="0" presId="urn:microsoft.com/office/officeart/2005/8/layout/orgChart1"/>
    <dgm:cxn modelId="{0ECB9861-4CEB-48D8-B001-A2A1034B5696}" type="presParOf" srcId="{FE7F1875-90D1-49C5-8DA5-4B0B5D0F4390}" destId="{8C77F2AA-296C-4E0C-9F4F-A67781B8B567}" srcOrd="0" destOrd="0" presId="urn:microsoft.com/office/officeart/2005/8/layout/orgChart1"/>
    <dgm:cxn modelId="{0F990ADA-778F-4DDC-A6C3-82409B6132B7}" type="presParOf" srcId="{FE7F1875-90D1-49C5-8DA5-4B0B5D0F4390}" destId="{6786AE41-70EF-429C-AF43-5DFBE8A93579}" srcOrd="1" destOrd="0" presId="urn:microsoft.com/office/officeart/2005/8/layout/orgChart1"/>
    <dgm:cxn modelId="{B0E0EC56-50A1-4D48-A432-A4118DB52618}" type="presParOf" srcId="{2417B993-CDDE-4432-BE22-07A172D38D74}" destId="{181FC4C1-64C6-41AF-B44A-97A9EA98E6C8}" srcOrd="1" destOrd="0" presId="urn:microsoft.com/office/officeart/2005/8/layout/orgChart1"/>
    <dgm:cxn modelId="{4DB2AD01-2414-4412-B2AB-4367E0FBF49F}" type="presParOf" srcId="{2417B993-CDDE-4432-BE22-07A172D38D74}" destId="{2A86726E-181F-4118-A30D-30C1F6A9E434}" srcOrd="2" destOrd="0" presId="urn:microsoft.com/office/officeart/2005/8/layout/orgChart1"/>
    <dgm:cxn modelId="{6AF68743-5DAA-4A47-900A-E5DD235B626A}" type="presParOf" srcId="{FD6DBAD4-2071-4B31-8E14-17181DDC9321}" destId="{0270D67E-1FD9-4297-8C51-014665510DB9}" srcOrd="2" destOrd="0" presId="urn:microsoft.com/office/officeart/2005/8/layout/orgChart1"/>
  </dgm:cxnLst>
  <dgm:bg/>
  <dgm:whole/>
</dgm:dataModel>
</file>

<file path=ppt/diagrams/data2.xml><?xml version="1.0" encoding="utf-8"?>
<dgm:dataModel xmlns:dgm="http://schemas.openxmlformats.org/drawingml/2006/diagram" xmlns:a="http://schemas.openxmlformats.org/drawingml/2006/main">
  <dgm:ptLst>
    <dgm:pt modelId="{6E5E7EC9-DA4F-4A0B-80CD-11C8BB939FF7}" type="doc">
      <dgm:prSet loTypeId="urn:microsoft.com/office/officeart/2005/8/layout/orgChart1" loCatId="hierarchy" qsTypeId="urn:microsoft.com/office/officeart/2005/8/quickstyle/simple1" qsCatId="simple" csTypeId="urn:microsoft.com/office/officeart/2005/8/colors/accent1_2" csCatId="accent1" phldr="1"/>
      <dgm:spPr/>
    </dgm:pt>
    <dgm:pt modelId="{0A3E33FA-B9BB-4123-9B77-5557A21F452D}">
      <dgm:prSet custT="1"/>
      <dgm:spPr>
        <a:solidFill>
          <a:srgbClr val="92D050"/>
        </a:solidFill>
        <a:ln>
          <a:noFill/>
        </a:ln>
        <a:effectLst/>
        <a:scene3d>
          <a:camera prst="orthographicFront">
            <a:rot lat="0" lon="0" rev="0"/>
          </a:camera>
          <a:lightRig rig="glow" dir="t">
            <a:rot lat="0" lon="0" rev="14100000"/>
          </a:lightRig>
        </a:scene3d>
        <a:sp3d prstMaterial="softEdge">
          <a:bevelT w="127000" prst="artDeco"/>
        </a:sp3d>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2400" b="0" i="0" u="none" strike="noStrike" cap="none" normalizeH="0" baseline="0" dirty="0" smtClean="0">
              <a:ln>
                <a:noFill/>
              </a:ln>
              <a:solidFill>
                <a:schemeClr val="tx1"/>
              </a:solidFill>
              <a:effectLst/>
              <a:latin typeface="Times New Roman" pitchFamily="18" charset="0"/>
              <a:cs typeface="Arial" pitchFamily="34" charset="0"/>
            </a:rPr>
            <a:t>Types of Bonding</a:t>
          </a:r>
        </a:p>
      </dgm:t>
    </dgm:pt>
    <dgm:pt modelId="{E698C31D-6843-456B-8C49-E1CBFE8CDDB8}" type="parTrans" cxnId="{78D265F5-52B8-4D58-A917-5219C2CACDDB}">
      <dgm:prSet/>
      <dgm:spPr/>
      <dgm:t>
        <a:bodyPr/>
        <a:lstStyle/>
        <a:p>
          <a:endParaRPr lang="en-US"/>
        </a:p>
      </dgm:t>
    </dgm:pt>
    <dgm:pt modelId="{9FFB799E-EFE6-4837-A9ED-69676D26D745}" type="sibTrans" cxnId="{78D265F5-52B8-4D58-A917-5219C2CACDDB}">
      <dgm:prSet/>
      <dgm:spPr/>
      <dgm:t>
        <a:bodyPr/>
        <a:lstStyle/>
        <a:p>
          <a:endParaRPr lang="en-US"/>
        </a:p>
      </dgm:t>
    </dgm:pt>
    <dgm:pt modelId="{1C1F914E-F2B1-406B-B204-8B48FD9BE431}">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Ionic </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Bonding</a:t>
          </a:r>
        </a:p>
      </dgm:t>
    </dgm:pt>
    <dgm:pt modelId="{60D45612-B9E0-492E-B38F-B76381AEE0DC}" type="parTrans" cxnId="{D5A419DC-CAFD-44A0-B82F-7D5B84B448C6}">
      <dgm:prSet/>
      <dgm:spPr/>
      <dgm:t>
        <a:bodyPr/>
        <a:lstStyle/>
        <a:p>
          <a:endParaRPr lang="en-US"/>
        </a:p>
      </dgm:t>
    </dgm:pt>
    <dgm:pt modelId="{9E162A59-8B81-4FE3-BF13-38474D95E7C3}" type="sibTrans" cxnId="{D5A419DC-CAFD-44A0-B82F-7D5B84B448C6}">
      <dgm:prSet/>
      <dgm:spPr/>
      <dgm:t>
        <a:bodyPr/>
        <a:lstStyle/>
        <a:p>
          <a:endParaRPr lang="en-US"/>
        </a:p>
      </dgm:t>
    </dgm:pt>
    <dgm:pt modelId="{0A061269-42D7-4F1F-B814-188B66DFDABB}">
      <dgm:prSet custT="1"/>
      <dgm:spPr>
        <a:ln>
          <a:noFill/>
        </a:ln>
        <a:effectLst/>
        <a:scene3d>
          <a:camera prst="orthographicFront">
            <a:rot lat="0" lon="0" rev="0"/>
          </a:camera>
          <a:lightRig rig="chilly" dir="t">
            <a:rot lat="0" lon="0" rev="18480000"/>
          </a:lightRig>
        </a:scene3d>
        <a:sp3d prstMaterial="clear">
          <a:bevelT h="63500"/>
        </a:sp3d>
      </dgm:spPr>
      <dgm:t>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100" b="1" i="0" u="none" strike="noStrike" cap="none" normalizeH="0" baseline="0" dirty="0" smtClean="0">
              <a:ln>
                <a:noFill/>
              </a:ln>
              <a:solidFill>
                <a:schemeClr val="tx1"/>
              </a:solidFill>
              <a:effectLst/>
              <a:latin typeface="Arial" pitchFamily="34" charset="0"/>
              <a:cs typeface="Arial" pitchFamily="34" charset="0"/>
            </a:rPr>
            <a:t> </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High Melting Point</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Hard and Brittle</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Non conducting</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 solid</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NaCl, CsCl, ZnS</a:t>
          </a:r>
        </a:p>
      </dgm:t>
    </dgm:pt>
    <dgm:pt modelId="{D5DFFBF9-446A-4EE1-BC92-6761D0D32276}" type="parTrans" cxnId="{AB616445-6B1A-416B-B75C-ECE125BC75B8}">
      <dgm:prSet/>
      <dgm:spPr/>
      <dgm:t>
        <a:bodyPr/>
        <a:lstStyle/>
        <a:p>
          <a:endParaRPr lang="en-US"/>
        </a:p>
      </dgm:t>
    </dgm:pt>
    <dgm:pt modelId="{7239BEAF-3DC4-4C7B-81BE-0C35C00EE33C}" type="sibTrans" cxnId="{AB616445-6B1A-416B-B75C-ECE125BC75B8}">
      <dgm:prSet/>
      <dgm:spPr/>
      <dgm:t>
        <a:bodyPr/>
        <a:lstStyle/>
        <a:p>
          <a:endParaRPr lang="en-US"/>
        </a:p>
      </dgm:t>
    </dgm:pt>
    <dgm:pt modelId="{44B781AF-3CF4-4B91-8814-62B22206845E}">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Van Der Waals</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 Bonding</a:t>
          </a:r>
        </a:p>
      </dgm:t>
    </dgm:pt>
    <dgm:pt modelId="{CC0FA054-0FAF-459C-9797-0115CD7AF86B}" type="parTrans" cxnId="{95816EA2-81BF-4CE0-9CD2-B5CD8380FC97}">
      <dgm:prSet/>
      <dgm:spPr/>
      <dgm:t>
        <a:bodyPr/>
        <a:lstStyle/>
        <a:p>
          <a:endParaRPr lang="en-US"/>
        </a:p>
      </dgm:t>
    </dgm:pt>
    <dgm:pt modelId="{FD64BC13-DA3E-49FE-90A9-9788EA6B8D02}" type="sibTrans" cxnId="{95816EA2-81BF-4CE0-9CD2-B5CD8380FC97}">
      <dgm:prSet/>
      <dgm:spPr/>
      <dgm:t>
        <a:bodyPr/>
        <a:lstStyle/>
        <a:p>
          <a:endParaRPr lang="en-US"/>
        </a:p>
      </dgm:t>
    </dgm:pt>
    <dgm:pt modelId="{76CBB741-62E9-4FC1-A59B-817E0A410C9A}">
      <dgm:prSet custT="1"/>
      <dgm:spPr>
        <a:ln>
          <a:noFill/>
        </a:ln>
        <a:effectLst/>
        <a:scene3d>
          <a:camera prst="orthographicFront">
            <a:rot lat="0" lon="0" rev="0"/>
          </a:camera>
          <a:lightRig rig="chilly" dir="t">
            <a:rot lat="0" lon="0" rev="18480000"/>
          </a:lightRig>
        </a:scene3d>
        <a:sp3d prstMaterial="clear">
          <a:bevelT h="63500"/>
        </a:sp3d>
      </dgm:spPr>
      <dgm:t>
        <a:bodyPr/>
        <a:lstStyle/>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Low Melting Points</a:t>
          </a: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Soft and Brittle</a:t>
          </a: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Non-Conducting</a:t>
          </a: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 Ne,  Ar, Kr and Xe</a:t>
          </a: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100" b="1" i="0" u="none" strike="noStrike" cap="none" normalizeH="0" baseline="0" dirty="0" smtClean="0">
            <a:ln>
              <a:noFill/>
            </a:ln>
            <a:solidFill>
              <a:schemeClr val="tx1"/>
            </a:solidFill>
            <a:effectLst/>
            <a:latin typeface="Arial" pitchFamily="34" charset="0"/>
            <a:cs typeface="Arial" pitchFamily="34" charset="0"/>
          </a:endParaRP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100" b="1" i="0" u="none" strike="noStrike" cap="none" normalizeH="0" baseline="0" dirty="0" smtClean="0">
            <a:ln>
              <a:noFill/>
            </a:ln>
            <a:solidFill>
              <a:schemeClr val="tx1"/>
            </a:solidFill>
            <a:effectLst/>
            <a:latin typeface="Arial" pitchFamily="34" charset="0"/>
            <a:cs typeface="Arial" pitchFamily="34" charset="0"/>
          </a:endParaRPr>
        </a:p>
      </dgm:t>
    </dgm:pt>
    <dgm:pt modelId="{0415F555-72A3-4D05-9483-90BC4DB025DF}" type="parTrans" cxnId="{D8EB0AEF-2F5B-4437-9F94-94EBF4732EF4}">
      <dgm:prSet/>
      <dgm:spPr/>
      <dgm:t>
        <a:bodyPr/>
        <a:lstStyle/>
        <a:p>
          <a:endParaRPr lang="en-US"/>
        </a:p>
      </dgm:t>
    </dgm:pt>
    <dgm:pt modelId="{43B3A54B-D21C-45D3-B440-9A318C02EBBF}" type="sibTrans" cxnId="{D8EB0AEF-2F5B-4437-9F94-94EBF4732EF4}">
      <dgm:prSet/>
      <dgm:spPr/>
      <dgm:t>
        <a:bodyPr/>
        <a:lstStyle/>
        <a:p>
          <a:endParaRPr lang="en-US"/>
        </a:p>
      </dgm:t>
    </dgm:pt>
    <dgm:pt modelId="{5003D972-3E88-4F26-8281-5E0BC5CFCE60}">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Metallic</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 Bonding</a:t>
          </a:r>
        </a:p>
      </dgm:t>
    </dgm:pt>
    <dgm:pt modelId="{0D31C3DC-D9A1-43CE-97AE-D8F34CD5E821}" type="parTrans" cxnId="{CF3B75B8-E371-4ADE-93E7-EBAF20D229FD}">
      <dgm:prSet/>
      <dgm:spPr/>
      <dgm:t>
        <a:bodyPr/>
        <a:lstStyle/>
        <a:p>
          <a:endParaRPr lang="en-US"/>
        </a:p>
      </dgm:t>
    </dgm:pt>
    <dgm:pt modelId="{F793FFD2-8B4C-483B-B4E9-79EE35FF323B}" type="sibTrans" cxnId="{CF3B75B8-E371-4ADE-93E7-EBAF20D229FD}">
      <dgm:prSet/>
      <dgm:spPr/>
      <dgm:t>
        <a:bodyPr/>
        <a:lstStyle/>
        <a:p>
          <a:endParaRPr lang="en-US"/>
        </a:p>
      </dgm:t>
    </dgm:pt>
    <dgm:pt modelId="{1AB50727-E064-4EE1-BED4-82D09F669230}">
      <dgm:prSet custT="1"/>
      <dgm:spPr>
        <a:ln>
          <a:noFill/>
        </a:ln>
        <a:effectLst/>
        <a:scene3d>
          <a:camera prst="orthographicFront">
            <a:rot lat="0" lon="0" rev="0"/>
          </a:camera>
          <a:lightRig rig="chilly" dir="t">
            <a:rot lat="0" lon="0" rev="18480000"/>
          </a:lightRig>
        </a:scene3d>
        <a:sp3d prstMaterial="clear">
          <a:bevelT h="63500"/>
        </a:sp3d>
      </dgm:spPr>
      <dgm:t>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Variable Melting </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Point</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Char char="¡"/>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Variable </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Hardness</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Char char="¡"/>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Conducting</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Fe, Cu, Ag</a:t>
          </a:r>
        </a:p>
      </dgm:t>
    </dgm:pt>
    <dgm:pt modelId="{A8C87001-D49E-4B03-B43F-D26ECB001D09}" type="parTrans" cxnId="{16CD0F06-D747-4BBA-8884-0EFF3BF34057}">
      <dgm:prSet/>
      <dgm:spPr/>
      <dgm:t>
        <a:bodyPr/>
        <a:lstStyle/>
        <a:p>
          <a:endParaRPr lang="en-US"/>
        </a:p>
      </dgm:t>
    </dgm:pt>
    <dgm:pt modelId="{FB0B60EF-9E45-46D1-A7E3-03800D60D22B}" type="sibTrans" cxnId="{16CD0F06-D747-4BBA-8884-0EFF3BF34057}">
      <dgm:prSet/>
      <dgm:spPr/>
      <dgm:t>
        <a:bodyPr/>
        <a:lstStyle/>
        <a:p>
          <a:endParaRPr lang="en-US"/>
        </a:p>
      </dgm:t>
    </dgm:pt>
    <dgm:pt modelId="{397F1BE4-7600-440F-B41D-2CE32922FEE6}">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Covalent</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 Bonding</a:t>
          </a:r>
        </a:p>
      </dgm:t>
    </dgm:pt>
    <dgm:pt modelId="{2F682791-764D-4D90-92E9-9967FFB27DAD}" type="parTrans" cxnId="{4C4AA75B-C992-41DD-804B-20B4D0CF24D4}">
      <dgm:prSet/>
      <dgm:spPr/>
      <dgm:t>
        <a:bodyPr/>
        <a:lstStyle/>
        <a:p>
          <a:endParaRPr lang="en-US"/>
        </a:p>
      </dgm:t>
    </dgm:pt>
    <dgm:pt modelId="{C58F84A1-F7AE-4B2F-B4CF-CE811868A362}" type="sibTrans" cxnId="{4C4AA75B-C992-41DD-804B-20B4D0CF24D4}">
      <dgm:prSet/>
      <dgm:spPr/>
      <dgm:t>
        <a:bodyPr/>
        <a:lstStyle/>
        <a:p>
          <a:endParaRPr lang="en-US"/>
        </a:p>
      </dgm:t>
    </dgm:pt>
    <dgm:pt modelId="{4A204C30-02DE-444A-9A6C-154CAEFD15C5}">
      <dgm:prSet custT="1"/>
      <dgm:spPr>
        <a:ln>
          <a:noFill/>
        </a:ln>
        <a:effectLst/>
        <a:scene3d>
          <a:camera prst="orthographicFront">
            <a:rot lat="0" lon="0" rev="0"/>
          </a:camera>
          <a:lightRig rig="chilly" dir="t">
            <a:rot lat="0" lon="0" rev="18480000"/>
          </a:lightRig>
        </a:scene3d>
        <a:sp3d prstMaterial="clear">
          <a:bevelT h="63500"/>
        </a:sp3d>
      </dgm:spPr>
      <dgm:t>
        <a:bodyPr/>
        <a:lstStyle/>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Very High Melting</a:t>
          </a: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Point</a:t>
          </a: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Very Hard</a:t>
          </a: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Usually not</a:t>
          </a: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Conducting</a:t>
          </a: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342900" marR="0" lvl="0" indent="-34290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Diamond, Graphite</a:t>
          </a:r>
        </a:p>
      </dgm:t>
    </dgm:pt>
    <dgm:pt modelId="{47E99BBC-B777-49DD-B211-D987D792533F}" type="parTrans" cxnId="{3808E847-68E8-47FA-AD09-35ECC09C3FF1}">
      <dgm:prSet/>
      <dgm:spPr/>
      <dgm:t>
        <a:bodyPr/>
        <a:lstStyle/>
        <a:p>
          <a:endParaRPr lang="en-US"/>
        </a:p>
      </dgm:t>
    </dgm:pt>
    <dgm:pt modelId="{26B54707-3636-4BAF-8F8E-E8BE1AC0AEA0}" type="sibTrans" cxnId="{3808E847-68E8-47FA-AD09-35ECC09C3FF1}">
      <dgm:prSet/>
      <dgm:spPr/>
      <dgm:t>
        <a:bodyPr/>
        <a:lstStyle/>
        <a:p>
          <a:endParaRPr lang="en-US"/>
        </a:p>
      </dgm:t>
    </dgm:pt>
    <dgm:pt modelId="{4062C4C2-2E52-4A4C-B719-ABA7CC531A26}">
      <dgm:prSe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Hydrogen </a:t>
          </a:r>
        </a:p>
        <a:p>
          <a:pPr marL="0" marR="0" lvl="0" indent="0" algn="ctr" defTabSz="914400" rtl="0" eaLnBrk="1" fontAlgn="base" latinLnBrk="0" hangingPunct="1">
            <a:lnSpc>
              <a:spcPct val="100000"/>
            </a:lnSpc>
            <a:spcBef>
              <a:spcPct val="0"/>
            </a:spcBef>
            <a:spcAft>
              <a:spcPct val="0"/>
            </a:spcAft>
            <a:buClrTx/>
            <a:buSzTx/>
            <a:buFontTx/>
            <a:buNone/>
            <a:tabLst/>
          </a:pPr>
          <a:r>
            <a:rPr kumimoji="0" lang="tr-TR" sz="1500" b="0" i="0" u="none" strike="noStrike" cap="none" normalizeH="0" baseline="0" dirty="0" smtClean="0">
              <a:ln>
                <a:noFill/>
              </a:ln>
              <a:solidFill>
                <a:schemeClr val="tx1"/>
              </a:solidFill>
              <a:effectLst/>
              <a:latin typeface="Times New Roman" pitchFamily="18" charset="0"/>
              <a:cs typeface="Arial" pitchFamily="34" charset="0"/>
            </a:rPr>
            <a:t>Bonding</a:t>
          </a:r>
        </a:p>
      </dgm:t>
    </dgm:pt>
    <dgm:pt modelId="{B64AC348-5D73-429F-A8A7-33F57F531352}" type="parTrans" cxnId="{EA795980-41D3-41E0-9A32-547B879B8794}">
      <dgm:prSet/>
      <dgm:spPr/>
      <dgm:t>
        <a:bodyPr/>
        <a:lstStyle/>
        <a:p>
          <a:endParaRPr lang="en-US"/>
        </a:p>
      </dgm:t>
    </dgm:pt>
    <dgm:pt modelId="{1D353CA2-B733-4B85-AB2E-881746120636}" type="sibTrans" cxnId="{EA795980-41D3-41E0-9A32-547B879B8794}">
      <dgm:prSet/>
      <dgm:spPr/>
      <dgm:t>
        <a:bodyPr/>
        <a:lstStyle/>
        <a:p>
          <a:endParaRPr lang="en-US"/>
        </a:p>
      </dgm:t>
    </dgm:pt>
    <dgm:pt modelId="{878DDFE7-AB02-4965-8659-2CD668E93753}">
      <dgm:prSet custT="1"/>
      <dgm:spPr>
        <a:ln>
          <a:noFill/>
        </a:ln>
        <a:effectLst/>
        <a:scene3d>
          <a:camera prst="orthographicFront">
            <a:rot lat="0" lon="0" rev="0"/>
          </a:camera>
          <a:lightRig rig="chilly" dir="t">
            <a:rot lat="0" lon="0" rev="18480000"/>
          </a:lightRig>
        </a:scene3d>
        <a:sp3d prstMaterial="clear">
          <a:bevelT h="63500"/>
        </a:sp3d>
      </dgm:spPr>
      <dgm:t>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11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11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Low Melting Points</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Char char="¡"/>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Soft and Brittle</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Char char="¡"/>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Usually</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Non-Conducting</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2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İce,</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tr-TR" sz="1200" b="1" i="0" u="none" strike="noStrike" cap="none" normalizeH="0" baseline="0" dirty="0" smtClean="0">
              <a:ln>
                <a:noFill/>
              </a:ln>
              <a:solidFill>
                <a:schemeClr val="tx1"/>
              </a:solidFill>
              <a:effectLst/>
              <a:latin typeface="Arial" pitchFamily="34" charset="0"/>
              <a:cs typeface="Arial" pitchFamily="34" charset="0"/>
            </a:rPr>
            <a:t>organic solids</a:t>
          </a: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Char char="¡"/>
            <a:tabLst/>
          </a:pPr>
          <a:endParaRPr kumimoji="0" lang="tr-TR" sz="11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Char char="¡"/>
            <a:tabLst/>
          </a:pPr>
          <a:endParaRPr kumimoji="0" lang="tr-TR" sz="11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tr-TR" sz="1100" b="1" i="0" u="none" strike="noStrike" cap="none" normalizeH="0" baseline="0" dirty="0" smtClean="0">
            <a:ln>
              <a:noFill/>
            </a:ln>
            <a:solidFill>
              <a:schemeClr val="tx1"/>
            </a:solidFill>
            <a:effectLst/>
            <a:latin typeface="Arial" pitchFamily="34" charset="0"/>
            <a:cs typeface="Arial" pitchFamily="34" charset="0"/>
          </a:endParaRPr>
        </a:p>
      </dgm:t>
    </dgm:pt>
    <dgm:pt modelId="{3B9E5850-63CA-4CCD-9C6E-AA0A07E1238B}" type="parTrans" cxnId="{E4282864-12A3-46EC-819E-0F2D65038024}">
      <dgm:prSet/>
      <dgm:spPr/>
      <dgm:t>
        <a:bodyPr/>
        <a:lstStyle/>
        <a:p>
          <a:endParaRPr lang="en-US"/>
        </a:p>
      </dgm:t>
    </dgm:pt>
    <dgm:pt modelId="{60859A5E-003A-4679-BB57-45044FE8C7D6}" type="sibTrans" cxnId="{E4282864-12A3-46EC-819E-0F2D65038024}">
      <dgm:prSet/>
      <dgm:spPr/>
      <dgm:t>
        <a:bodyPr/>
        <a:lstStyle/>
        <a:p>
          <a:endParaRPr lang="en-US"/>
        </a:p>
      </dgm:t>
    </dgm:pt>
    <dgm:pt modelId="{9952697B-A743-409E-87CE-8F6390E60B51}" type="pres">
      <dgm:prSet presAssocID="{6E5E7EC9-DA4F-4A0B-80CD-11C8BB939FF7}" presName="hierChild1" presStyleCnt="0">
        <dgm:presLayoutVars>
          <dgm:orgChart val="1"/>
          <dgm:chPref val="1"/>
          <dgm:dir/>
          <dgm:animOne val="branch"/>
          <dgm:animLvl val="lvl"/>
          <dgm:resizeHandles/>
        </dgm:presLayoutVars>
      </dgm:prSet>
      <dgm:spPr/>
    </dgm:pt>
    <dgm:pt modelId="{4D6F94DB-2C5E-42B0-886D-B9A00B187538}" type="pres">
      <dgm:prSet presAssocID="{0A3E33FA-B9BB-4123-9B77-5557A21F452D}" presName="hierRoot1" presStyleCnt="0">
        <dgm:presLayoutVars>
          <dgm:hierBranch/>
        </dgm:presLayoutVars>
      </dgm:prSet>
      <dgm:spPr/>
    </dgm:pt>
    <dgm:pt modelId="{BA8E58EC-D20D-4B79-AD43-5AC3243AB4D7}" type="pres">
      <dgm:prSet presAssocID="{0A3E33FA-B9BB-4123-9B77-5557A21F452D}" presName="rootComposite1" presStyleCnt="0"/>
      <dgm:spPr/>
    </dgm:pt>
    <dgm:pt modelId="{272A8B12-4CBE-452D-9895-9A7F39EBAED6}" type="pres">
      <dgm:prSet presAssocID="{0A3E33FA-B9BB-4123-9B77-5557A21F452D}" presName="rootText1" presStyleLbl="node0" presStyleIdx="0" presStyleCnt="1" custScaleX="159603" custScaleY="144882">
        <dgm:presLayoutVars>
          <dgm:chPref val="3"/>
        </dgm:presLayoutVars>
      </dgm:prSet>
      <dgm:spPr/>
      <dgm:t>
        <a:bodyPr/>
        <a:lstStyle/>
        <a:p>
          <a:endParaRPr lang="en-US"/>
        </a:p>
      </dgm:t>
    </dgm:pt>
    <dgm:pt modelId="{14C81EF7-CC3F-4E37-AC0F-D5AADAE321D0}" type="pres">
      <dgm:prSet presAssocID="{0A3E33FA-B9BB-4123-9B77-5557A21F452D}" presName="rootConnector1" presStyleLbl="node1" presStyleIdx="0" presStyleCnt="0"/>
      <dgm:spPr/>
      <dgm:t>
        <a:bodyPr/>
        <a:lstStyle/>
        <a:p>
          <a:endParaRPr lang="en-US"/>
        </a:p>
      </dgm:t>
    </dgm:pt>
    <dgm:pt modelId="{564D8862-B9EF-4FBF-B1DE-883EE4E28821}" type="pres">
      <dgm:prSet presAssocID="{0A3E33FA-B9BB-4123-9B77-5557A21F452D}" presName="hierChild2" presStyleCnt="0"/>
      <dgm:spPr/>
    </dgm:pt>
    <dgm:pt modelId="{D4AFE1AF-8E7F-4891-9246-C8CC23B67CDC}" type="pres">
      <dgm:prSet presAssocID="{60D45612-B9E0-492E-B38F-B76381AEE0DC}" presName="Name35" presStyleLbl="parChTrans1D2" presStyleIdx="0" presStyleCnt="5"/>
      <dgm:spPr/>
      <dgm:t>
        <a:bodyPr/>
        <a:lstStyle/>
        <a:p>
          <a:endParaRPr lang="en-US"/>
        </a:p>
      </dgm:t>
    </dgm:pt>
    <dgm:pt modelId="{95D30707-122D-4A0E-807E-5DFFFF340FCB}" type="pres">
      <dgm:prSet presAssocID="{1C1F914E-F2B1-406B-B204-8B48FD9BE431}" presName="hierRoot2" presStyleCnt="0">
        <dgm:presLayoutVars>
          <dgm:hierBranch/>
        </dgm:presLayoutVars>
      </dgm:prSet>
      <dgm:spPr/>
    </dgm:pt>
    <dgm:pt modelId="{AC60EB1F-604D-4B5A-BF40-B9D0F0413D1C}" type="pres">
      <dgm:prSet presAssocID="{1C1F914E-F2B1-406B-B204-8B48FD9BE431}" presName="rootComposite" presStyleCnt="0"/>
      <dgm:spPr/>
    </dgm:pt>
    <dgm:pt modelId="{7460AB7B-24F3-415B-B49D-D745F50E3106}" type="pres">
      <dgm:prSet presAssocID="{1C1F914E-F2B1-406B-B204-8B48FD9BE431}" presName="rootText" presStyleLbl="node2" presStyleIdx="0" presStyleCnt="5">
        <dgm:presLayoutVars>
          <dgm:chPref val="3"/>
        </dgm:presLayoutVars>
      </dgm:prSet>
      <dgm:spPr/>
      <dgm:t>
        <a:bodyPr/>
        <a:lstStyle/>
        <a:p>
          <a:endParaRPr lang="en-US"/>
        </a:p>
      </dgm:t>
    </dgm:pt>
    <dgm:pt modelId="{DA404A1C-841D-4DE6-88B5-E0180547A052}" type="pres">
      <dgm:prSet presAssocID="{1C1F914E-F2B1-406B-B204-8B48FD9BE431}" presName="rootConnector" presStyleLbl="node2" presStyleIdx="0" presStyleCnt="5"/>
      <dgm:spPr/>
      <dgm:t>
        <a:bodyPr/>
        <a:lstStyle/>
        <a:p>
          <a:endParaRPr lang="en-US"/>
        </a:p>
      </dgm:t>
    </dgm:pt>
    <dgm:pt modelId="{E84BFF99-25CD-4C1A-8C01-3905F031BC87}" type="pres">
      <dgm:prSet presAssocID="{1C1F914E-F2B1-406B-B204-8B48FD9BE431}" presName="hierChild4" presStyleCnt="0"/>
      <dgm:spPr/>
    </dgm:pt>
    <dgm:pt modelId="{356ABDE0-6897-43F1-9F9E-8F93EE4786AA}" type="pres">
      <dgm:prSet presAssocID="{D5DFFBF9-446A-4EE1-BC92-6761D0D32276}" presName="Name35" presStyleLbl="parChTrans1D3" presStyleIdx="0" presStyleCnt="5"/>
      <dgm:spPr/>
      <dgm:t>
        <a:bodyPr/>
        <a:lstStyle/>
        <a:p>
          <a:endParaRPr lang="en-US"/>
        </a:p>
      </dgm:t>
    </dgm:pt>
    <dgm:pt modelId="{EB392135-B8E9-4916-8914-7FF50DA4CEE9}" type="pres">
      <dgm:prSet presAssocID="{0A061269-42D7-4F1F-B814-188B66DFDABB}" presName="hierRoot2" presStyleCnt="0">
        <dgm:presLayoutVars>
          <dgm:hierBranch val="r"/>
        </dgm:presLayoutVars>
      </dgm:prSet>
      <dgm:spPr/>
    </dgm:pt>
    <dgm:pt modelId="{E3A7CA79-A93B-44B6-8129-0B30702024C7}" type="pres">
      <dgm:prSet presAssocID="{0A061269-42D7-4F1F-B814-188B66DFDABB}" presName="rootComposite" presStyleCnt="0"/>
      <dgm:spPr/>
    </dgm:pt>
    <dgm:pt modelId="{7875C236-0141-4A06-AF10-88F3D0513FD5}" type="pres">
      <dgm:prSet presAssocID="{0A061269-42D7-4F1F-B814-188B66DFDABB}" presName="rootText" presStyleLbl="node3" presStyleIdx="0" presStyleCnt="5" custScaleX="119730" custScaleY="381525">
        <dgm:presLayoutVars>
          <dgm:chPref val="3"/>
        </dgm:presLayoutVars>
      </dgm:prSet>
      <dgm:spPr/>
      <dgm:t>
        <a:bodyPr/>
        <a:lstStyle/>
        <a:p>
          <a:endParaRPr lang="en-US"/>
        </a:p>
      </dgm:t>
    </dgm:pt>
    <dgm:pt modelId="{40E5A3D4-274A-467A-BBB3-63415367FA19}" type="pres">
      <dgm:prSet presAssocID="{0A061269-42D7-4F1F-B814-188B66DFDABB}" presName="rootConnector" presStyleLbl="node3" presStyleIdx="0" presStyleCnt="5"/>
      <dgm:spPr/>
      <dgm:t>
        <a:bodyPr/>
        <a:lstStyle/>
        <a:p>
          <a:endParaRPr lang="en-US"/>
        </a:p>
      </dgm:t>
    </dgm:pt>
    <dgm:pt modelId="{C416F7C4-28CF-4FCE-8585-105D610F527C}" type="pres">
      <dgm:prSet presAssocID="{0A061269-42D7-4F1F-B814-188B66DFDABB}" presName="hierChild4" presStyleCnt="0"/>
      <dgm:spPr/>
    </dgm:pt>
    <dgm:pt modelId="{E1590BFA-D059-46B9-943D-231B794C4CC5}" type="pres">
      <dgm:prSet presAssocID="{0A061269-42D7-4F1F-B814-188B66DFDABB}" presName="hierChild5" presStyleCnt="0"/>
      <dgm:spPr/>
    </dgm:pt>
    <dgm:pt modelId="{16F467F2-7936-4229-9605-F7382C31D46F}" type="pres">
      <dgm:prSet presAssocID="{1C1F914E-F2B1-406B-B204-8B48FD9BE431}" presName="hierChild5" presStyleCnt="0"/>
      <dgm:spPr/>
    </dgm:pt>
    <dgm:pt modelId="{6D681DE8-431D-4365-B54B-D7D14544B7E9}" type="pres">
      <dgm:prSet presAssocID="{CC0FA054-0FAF-459C-9797-0115CD7AF86B}" presName="Name35" presStyleLbl="parChTrans1D2" presStyleIdx="1" presStyleCnt="5"/>
      <dgm:spPr/>
      <dgm:t>
        <a:bodyPr/>
        <a:lstStyle/>
        <a:p>
          <a:endParaRPr lang="en-US"/>
        </a:p>
      </dgm:t>
    </dgm:pt>
    <dgm:pt modelId="{B6CC1892-1F95-4365-896E-1C7F96F942E4}" type="pres">
      <dgm:prSet presAssocID="{44B781AF-3CF4-4B91-8814-62B22206845E}" presName="hierRoot2" presStyleCnt="0">
        <dgm:presLayoutVars>
          <dgm:hierBranch/>
        </dgm:presLayoutVars>
      </dgm:prSet>
      <dgm:spPr/>
    </dgm:pt>
    <dgm:pt modelId="{4257D1D6-6B80-4BB3-A4B4-9873115F456A}" type="pres">
      <dgm:prSet presAssocID="{44B781AF-3CF4-4B91-8814-62B22206845E}" presName="rootComposite" presStyleCnt="0"/>
      <dgm:spPr/>
    </dgm:pt>
    <dgm:pt modelId="{97FC381A-14F2-4A36-A5D6-A9D8D8FD6AC8}" type="pres">
      <dgm:prSet presAssocID="{44B781AF-3CF4-4B91-8814-62B22206845E}" presName="rootText" presStyleLbl="node2" presStyleIdx="1" presStyleCnt="5">
        <dgm:presLayoutVars>
          <dgm:chPref val="3"/>
        </dgm:presLayoutVars>
      </dgm:prSet>
      <dgm:spPr/>
      <dgm:t>
        <a:bodyPr/>
        <a:lstStyle/>
        <a:p>
          <a:endParaRPr lang="en-US"/>
        </a:p>
      </dgm:t>
    </dgm:pt>
    <dgm:pt modelId="{53E8E577-EF1C-4BF6-BD85-2C2737FDF629}" type="pres">
      <dgm:prSet presAssocID="{44B781AF-3CF4-4B91-8814-62B22206845E}" presName="rootConnector" presStyleLbl="node2" presStyleIdx="1" presStyleCnt="5"/>
      <dgm:spPr/>
      <dgm:t>
        <a:bodyPr/>
        <a:lstStyle/>
        <a:p>
          <a:endParaRPr lang="en-US"/>
        </a:p>
      </dgm:t>
    </dgm:pt>
    <dgm:pt modelId="{D80521D2-0C89-4751-BB4A-79C52A48D735}" type="pres">
      <dgm:prSet presAssocID="{44B781AF-3CF4-4B91-8814-62B22206845E}" presName="hierChild4" presStyleCnt="0"/>
      <dgm:spPr/>
    </dgm:pt>
    <dgm:pt modelId="{C50CD848-253D-4B2A-BC3E-1C47DA6BCECB}" type="pres">
      <dgm:prSet presAssocID="{0415F555-72A3-4D05-9483-90BC4DB025DF}" presName="Name35" presStyleLbl="parChTrans1D3" presStyleIdx="1" presStyleCnt="5"/>
      <dgm:spPr/>
      <dgm:t>
        <a:bodyPr/>
        <a:lstStyle/>
        <a:p>
          <a:endParaRPr lang="en-US"/>
        </a:p>
      </dgm:t>
    </dgm:pt>
    <dgm:pt modelId="{73F5244F-5584-49E9-9378-8E00FC12F00F}" type="pres">
      <dgm:prSet presAssocID="{76CBB741-62E9-4FC1-A59B-817E0A410C9A}" presName="hierRoot2" presStyleCnt="0">
        <dgm:presLayoutVars>
          <dgm:hierBranch val="r"/>
        </dgm:presLayoutVars>
      </dgm:prSet>
      <dgm:spPr/>
    </dgm:pt>
    <dgm:pt modelId="{4BD256F6-D1EF-45E6-B546-AFC12E5D7C79}" type="pres">
      <dgm:prSet presAssocID="{76CBB741-62E9-4FC1-A59B-817E0A410C9A}" presName="rootComposite" presStyleCnt="0"/>
      <dgm:spPr/>
    </dgm:pt>
    <dgm:pt modelId="{4E908F8C-9CA7-498C-8ACB-09CB39B7B856}" type="pres">
      <dgm:prSet presAssocID="{76CBB741-62E9-4FC1-A59B-817E0A410C9A}" presName="rootText" presStyleLbl="node3" presStyleIdx="1" presStyleCnt="5" custScaleX="119730" custScaleY="381525">
        <dgm:presLayoutVars>
          <dgm:chPref val="3"/>
        </dgm:presLayoutVars>
      </dgm:prSet>
      <dgm:spPr/>
      <dgm:t>
        <a:bodyPr/>
        <a:lstStyle/>
        <a:p>
          <a:endParaRPr lang="en-US"/>
        </a:p>
      </dgm:t>
    </dgm:pt>
    <dgm:pt modelId="{DDEEAD53-21BE-46EC-8E60-FCFD289566FD}" type="pres">
      <dgm:prSet presAssocID="{76CBB741-62E9-4FC1-A59B-817E0A410C9A}" presName="rootConnector" presStyleLbl="node3" presStyleIdx="1" presStyleCnt="5"/>
      <dgm:spPr/>
      <dgm:t>
        <a:bodyPr/>
        <a:lstStyle/>
        <a:p>
          <a:endParaRPr lang="en-US"/>
        </a:p>
      </dgm:t>
    </dgm:pt>
    <dgm:pt modelId="{7A03CF7F-424A-4BB4-A308-D9C3840C8AFE}" type="pres">
      <dgm:prSet presAssocID="{76CBB741-62E9-4FC1-A59B-817E0A410C9A}" presName="hierChild4" presStyleCnt="0"/>
      <dgm:spPr/>
    </dgm:pt>
    <dgm:pt modelId="{3B3A263A-0D9F-4052-924C-3F7B90A361BC}" type="pres">
      <dgm:prSet presAssocID="{76CBB741-62E9-4FC1-A59B-817E0A410C9A}" presName="hierChild5" presStyleCnt="0"/>
      <dgm:spPr/>
    </dgm:pt>
    <dgm:pt modelId="{79E4854D-BED6-4FA1-A0E3-CA2E6ECD680B}" type="pres">
      <dgm:prSet presAssocID="{44B781AF-3CF4-4B91-8814-62B22206845E}" presName="hierChild5" presStyleCnt="0"/>
      <dgm:spPr/>
    </dgm:pt>
    <dgm:pt modelId="{097D584D-F0F9-49D5-93AB-D9856E60762F}" type="pres">
      <dgm:prSet presAssocID="{0D31C3DC-D9A1-43CE-97AE-D8F34CD5E821}" presName="Name35" presStyleLbl="parChTrans1D2" presStyleIdx="2" presStyleCnt="5"/>
      <dgm:spPr/>
      <dgm:t>
        <a:bodyPr/>
        <a:lstStyle/>
        <a:p>
          <a:endParaRPr lang="en-US"/>
        </a:p>
      </dgm:t>
    </dgm:pt>
    <dgm:pt modelId="{950BDE1D-B2F4-4172-AA95-9EB18DABBF74}" type="pres">
      <dgm:prSet presAssocID="{5003D972-3E88-4F26-8281-5E0BC5CFCE60}" presName="hierRoot2" presStyleCnt="0">
        <dgm:presLayoutVars>
          <dgm:hierBranch/>
        </dgm:presLayoutVars>
      </dgm:prSet>
      <dgm:spPr/>
    </dgm:pt>
    <dgm:pt modelId="{9E364918-00AC-4EBA-855C-E8C570A9EE62}" type="pres">
      <dgm:prSet presAssocID="{5003D972-3E88-4F26-8281-5E0BC5CFCE60}" presName="rootComposite" presStyleCnt="0"/>
      <dgm:spPr/>
    </dgm:pt>
    <dgm:pt modelId="{8E8A7733-AD83-4E6F-A95F-AFD2D1B2648F}" type="pres">
      <dgm:prSet presAssocID="{5003D972-3E88-4F26-8281-5E0BC5CFCE60}" presName="rootText" presStyleLbl="node2" presStyleIdx="2" presStyleCnt="5">
        <dgm:presLayoutVars>
          <dgm:chPref val="3"/>
        </dgm:presLayoutVars>
      </dgm:prSet>
      <dgm:spPr/>
      <dgm:t>
        <a:bodyPr/>
        <a:lstStyle/>
        <a:p>
          <a:endParaRPr lang="en-US"/>
        </a:p>
      </dgm:t>
    </dgm:pt>
    <dgm:pt modelId="{EA6BF27F-51BD-49E8-8723-BFDBA16800EE}" type="pres">
      <dgm:prSet presAssocID="{5003D972-3E88-4F26-8281-5E0BC5CFCE60}" presName="rootConnector" presStyleLbl="node2" presStyleIdx="2" presStyleCnt="5"/>
      <dgm:spPr/>
      <dgm:t>
        <a:bodyPr/>
        <a:lstStyle/>
        <a:p>
          <a:endParaRPr lang="en-US"/>
        </a:p>
      </dgm:t>
    </dgm:pt>
    <dgm:pt modelId="{6BF0510E-5037-4618-B8E6-0C425510855E}" type="pres">
      <dgm:prSet presAssocID="{5003D972-3E88-4F26-8281-5E0BC5CFCE60}" presName="hierChild4" presStyleCnt="0"/>
      <dgm:spPr/>
    </dgm:pt>
    <dgm:pt modelId="{69E67ADF-793B-41E8-8188-A56F842361CD}" type="pres">
      <dgm:prSet presAssocID="{A8C87001-D49E-4B03-B43F-D26ECB001D09}" presName="Name35" presStyleLbl="parChTrans1D3" presStyleIdx="2" presStyleCnt="5"/>
      <dgm:spPr/>
      <dgm:t>
        <a:bodyPr/>
        <a:lstStyle/>
        <a:p>
          <a:endParaRPr lang="en-US"/>
        </a:p>
      </dgm:t>
    </dgm:pt>
    <dgm:pt modelId="{94C62EC5-7868-43D6-BDDA-6FF6D0813AC0}" type="pres">
      <dgm:prSet presAssocID="{1AB50727-E064-4EE1-BED4-82D09F669230}" presName="hierRoot2" presStyleCnt="0">
        <dgm:presLayoutVars>
          <dgm:hierBranch val="r"/>
        </dgm:presLayoutVars>
      </dgm:prSet>
      <dgm:spPr/>
    </dgm:pt>
    <dgm:pt modelId="{1D8BE90C-196A-4320-97E7-B86FF2B17850}" type="pres">
      <dgm:prSet presAssocID="{1AB50727-E064-4EE1-BED4-82D09F669230}" presName="rootComposite" presStyleCnt="0"/>
      <dgm:spPr/>
    </dgm:pt>
    <dgm:pt modelId="{00165490-4489-4CC4-BBDA-A0058B18AC48}" type="pres">
      <dgm:prSet presAssocID="{1AB50727-E064-4EE1-BED4-82D09F669230}" presName="rootText" presStyleLbl="node3" presStyleIdx="2" presStyleCnt="5" custScaleX="119730" custScaleY="381525">
        <dgm:presLayoutVars>
          <dgm:chPref val="3"/>
        </dgm:presLayoutVars>
      </dgm:prSet>
      <dgm:spPr/>
      <dgm:t>
        <a:bodyPr/>
        <a:lstStyle/>
        <a:p>
          <a:endParaRPr lang="en-US"/>
        </a:p>
      </dgm:t>
    </dgm:pt>
    <dgm:pt modelId="{FE623007-9BDA-4820-AA9E-333AD108C8D7}" type="pres">
      <dgm:prSet presAssocID="{1AB50727-E064-4EE1-BED4-82D09F669230}" presName="rootConnector" presStyleLbl="node3" presStyleIdx="2" presStyleCnt="5"/>
      <dgm:spPr/>
      <dgm:t>
        <a:bodyPr/>
        <a:lstStyle/>
        <a:p>
          <a:endParaRPr lang="en-US"/>
        </a:p>
      </dgm:t>
    </dgm:pt>
    <dgm:pt modelId="{B8DD461B-2544-4008-859A-BB1CE86EC222}" type="pres">
      <dgm:prSet presAssocID="{1AB50727-E064-4EE1-BED4-82D09F669230}" presName="hierChild4" presStyleCnt="0"/>
      <dgm:spPr/>
    </dgm:pt>
    <dgm:pt modelId="{74AFD13E-A77E-47B7-8B5A-B25C132FC6A7}" type="pres">
      <dgm:prSet presAssocID="{1AB50727-E064-4EE1-BED4-82D09F669230}" presName="hierChild5" presStyleCnt="0"/>
      <dgm:spPr/>
    </dgm:pt>
    <dgm:pt modelId="{A8EA6E36-8F5F-4383-A5C8-5CA1EFC22F7A}" type="pres">
      <dgm:prSet presAssocID="{5003D972-3E88-4F26-8281-5E0BC5CFCE60}" presName="hierChild5" presStyleCnt="0"/>
      <dgm:spPr/>
    </dgm:pt>
    <dgm:pt modelId="{05786E83-AE95-461C-A95D-23E48E8C83F0}" type="pres">
      <dgm:prSet presAssocID="{2F682791-764D-4D90-92E9-9967FFB27DAD}" presName="Name35" presStyleLbl="parChTrans1D2" presStyleIdx="3" presStyleCnt="5"/>
      <dgm:spPr/>
      <dgm:t>
        <a:bodyPr/>
        <a:lstStyle/>
        <a:p>
          <a:endParaRPr lang="en-US"/>
        </a:p>
      </dgm:t>
    </dgm:pt>
    <dgm:pt modelId="{87842EE8-72C9-466F-A1C9-525037D19A96}" type="pres">
      <dgm:prSet presAssocID="{397F1BE4-7600-440F-B41D-2CE32922FEE6}" presName="hierRoot2" presStyleCnt="0">
        <dgm:presLayoutVars>
          <dgm:hierBranch/>
        </dgm:presLayoutVars>
      </dgm:prSet>
      <dgm:spPr/>
    </dgm:pt>
    <dgm:pt modelId="{D1C92343-CB37-485F-A1FF-65E696186E32}" type="pres">
      <dgm:prSet presAssocID="{397F1BE4-7600-440F-B41D-2CE32922FEE6}" presName="rootComposite" presStyleCnt="0"/>
      <dgm:spPr/>
    </dgm:pt>
    <dgm:pt modelId="{96B0D1FD-DAE0-46C1-A570-89357B8381AA}" type="pres">
      <dgm:prSet presAssocID="{397F1BE4-7600-440F-B41D-2CE32922FEE6}" presName="rootText" presStyleLbl="node2" presStyleIdx="3" presStyleCnt="5">
        <dgm:presLayoutVars>
          <dgm:chPref val="3"/>
        </dgm:presLayoutVars>
      </dgm:prSet>
      <dgm:spPr/>
      <dgm:t>
        <a:bodyPr/>
        <a:lstStyle/>
        <a:p>
          <a:endParaRPr lang="en-US"/>
        </a:p>
      </dgm:t>
    </dgm:pt>
    <dgm:pt modelId="{2D2E8A09-7AFD-40B9-A4BA-49C6ED8F3FC8}" type="pres">
      <dgm:prSet presAssocID="{397F1BE4-7600-440F-B41D-2CE32922FEE6}" presName="rootConnector" presStyleLbl="node2" presStyleIdx="3" presStyleCnt="5"/>
      <dgm:spPr/>
      <dgm:t>
        <a:bodyPr/>
        <a:lstStyle/>
        <a:p>
          <a:endParaRPr lang="en-US"/>
        </a:p>
      </dgm:t>
    </dgm:pt>
    <dgm:pt modelId="{FDBCD359-B62A-42EC-A1DD-9F34CAFE026D}" type="pres">
      <dgm:prSet presAssocID="{397F1BE4-7600-440F-B41D-2CE32922FEE6}" presName="hierChild4" presStyleCnt="0"/>
      <dgm:spPr/>
    </dgm:pt>
    <dgm:pt modelId="{F69A7CC1-6065-496F-8F86-17D554678D65}" type="pres">
      <dgm:prSet presAssocID="{47E99BBC-B777-49DD-B211-D987D792533F}" presName="Name35" presStyleLbl="parChTrans1D3" presStyleIdx="3" presStyleCnt="5"/>
      <dgm:spPr/>
      <dgm:t>
        <a:bodyPr/>
        <a:lstStyle/>
        <a:p>
          <a:endParaRPr lang="en-US"/>
        </a:p>
      </dgm:t>
    </dgm:pt>
    <dgm:pt modelId="{69A6A8DF-715F-4515-96EE-81EB58890B79}" type="pres">
      <dgm:prSet presAssocID="{4A204C30-02DE-444A-9A6C-154CAEFD15C5}" presName="hierRoot2" presStyleCnt="0">
        <dgm:presLayoutVars>
          <dgm:hierBranch val="r"/>
        </dgm:presLayoutVars>
      </dgm:prSet>
      <dgm:spPr/>
    </dgm:pt>
    <dgm:pt modelId="{278408F8-A06C-46B0-932D-21A744468A54}" type="pres">
      <dgm:prSet presAssocID="{4A204C30-02DE-444A-9A6C-154CAEFD15C5}" presName="rootComposite" presStyleCnt="0"/>
      <dgm:spPr/>
    </dgm:pt>
    <dgm:pt modelId="{3B04D20B-08C5-42E7-89A9-314324EDE1FC}" type="pres">
      <dgm:prSet presAssocID="{4A204C30-02DE-444A-9A6C-154CAEFD15C5}" presName="rootText" presStyleLbl="node3" presStyleIdx="3" presStyleCnt="5" custScaleX="119730" custScaleY="381525">
        <dgm:presLayoutVars>
          <dgm:chPref val="3"/>
        </dgm:presLayoutVars>
      </dgm:prSet>
      <dgm:spPr/>
      <dgm:t>
        <a:bodyPr/>
        <a:lstStyle/>
        <a:p>
          <a:endParaRPr lang="en-US"/>
        </a:p>
      </dgm:t>
    </dgm:pt>
    <dgm:pt modelId="{F65A3CE4-1FDA-4BB0-B838-72253CF40EBD}" type="pres">
      <dgm:prSet presAssocID="{4A204C30-02DE-444A-9A6C-154CAEFD15C5}" presName="rootConnector" presStyleLbl="node3" presStyleIdx="3" presStyleCnt="5"/>
      <dgm:spPr/>
      <dgm:t>
        <a:bodyPr/>
        <a:lstStyle/>
        <a:p>
          <a:endParaRPr lang="en-US"/>
        </a:p>
      </dgm:t>
    </dgm:pt>
    <dgm:pt modelId="{302CAE27-D176-4535-9E93-8E4F2CF39B53}" type="pres">
      <dgm:prSet presAssocID="{4A204C30-02DE-444A-9A6C-154CAEFD15C5}" presName="hierChild4" presStyleCnt="0"/>
      <dgm:spPr/>
    </dgm:pt>
    <dgm:pt modelId="{ADF21404-D2F2-4B4B-8A49-502B6D72D1AF}" type="pres">
      <dgm:prSet presAssocID="{4A204C30-02DE-444A-9A6C-154CAEFD15C5}" presName="hierChild5" presStyleCnt="0"/>
      <dgm:spPr/>
    </dgm:pt>
    <dgm:pt modelId="{25284017-6B1A-4C22-9676-D17AD0404299}" type="pres">
      <dgm:prSet presAssocID="{397F1BE4-7600-440F-B41D-2CE32922FEE6}" presName="hierChild5" presStyleCnt="0"/>
      <dgm:spPr/>
    </dgm:pt>
    <dgm:pt modelId="{4917E731-F42B-49E6-9EDB-0B15E3A2BAAB}" type="pres">
      <dgm:prSet presAssocID="{B64AC348-5D73-429F-A8A7-33F57F531352}" presName="Name35" presStyleLbl="parChTrans1D2" presStyleIdx="4" presStyleCnt="5"/>
      <dgm:spPr/>
      <dgm:t>
        <a:bodyPr/>
        <a:lstStyle/>
        <a:p>
          <a:endParaRPr lang="en-US"/>
        </a:p>
      </dgm:t>
    </dgm:pt>
    <dgm:pt modelId="{399A23F0-77A9-43D7-B2E2-94B97217F1F5}" type="pres">
      <dgm:prSet presAssocID="{4062C4C2-2E52-4A4C-B719-ABA7CC531A26}" presName="hierRoot2" presStyleCnt="0">
        <dgm:presLayoutVars>
          <dgm:hierBranch/>
        </dgm:presLayoutVars>
      </dgm:prSet>
      <dgm:spPr/>
    </dgm:pt>
    <dgm:pt modelId="{AE6503C8-A741-4960-BB31-72BE4A7791F6}" type="pres">
      <dgm:prSet presAssocID="{4062C4C2-2E52-4A4C-B719-ABA7CC531A26}" presName="rootComposite" presStyleCnt="0"/>
      <dgm:spPr/>
    </dgm:pt>
    <dgm:pt modelId="{BFCBC276-87E5-4A1D-9678-5996FA47CCFF}" type="pres">
      <dgm:prSet presAssocID="{4062C4C2-2E52-4A4C-B719-ABA7CC531A26}" presName="rootText" presStyleLbl="node2" presStyleIdx="4" presStyleCnt="5">
        <dgm:presLayoutVars>
          <dgm:chPref val="3"/>
        </dgm:presLayoutVars>
      </dgm:prSet>
      <dgm:spPr/>
      <dgm:t>
        <a:bodyPr/>
        <a:lstStyle/>
        <a:p>
          <a:endParaRPr lang="en-US"/>
        </a:p>
      </dgm:t>
    </dgm:pt>
    <dgm:pt modelId="{FDD4F10D-4304-4E33-B02C-F1C8B084E6EE}" type="pres">
      <dgm:prSet presAssocID="{4062C4C2-2E52-4A4C-B719-ABA7CC531A26}" presName="rootConnector" presStyleLbl="node2" presStyleIdx="4" presStyleCnt="5"/>
      <dgm:spPr/>
      <dgm:t>
        <a:bodyPr/>
        <a:lstStyle/>
        <a:p>
          <a:endParaRPr lang="en-US"/>
        </a:p>
      </dgm:t>
    </dgm:pt>
    <dgm:pt modelId="{D1B3B8AB-28CA-45B4-B434-52793D109432}" type="pres">
      <dgm:prSet presAssocID="{4062C4C2-2E52-4A4C-B719-ABA7CC531A26}" presName="hierChild4" presStyleCnt="0"/>
      <dgm:spPr/>
    </dgm:pt>
    <dgm:pt modelId="{2230DA66-4D04-4AB0-829C-D78452DC40CB}" type="pres">
      <dgm:prSet presAssocID="{3B9E5850-63CA-4CCD-9C6E-AA0A07E1238B}" presName="Name35" presStyleLbl="parChTrans1D3" presStyleIdx="4" presStyleCnt="5"/>
      <dgm:spPr/>
      <dgm:t>
        <a:bodyPr/>
        <a:lstStyle/>
        <a:p>
          <a:endParaRPr lang="en-US"/>
        </a:p>
      </dgm:t>
    </dgm:pt>
    <dgm:pt modelId="{1E7607F1-16F6-4361-A68A-E6881C3784C9}" type="pres">
      <dgm:prSet presAssocID="{878DDFE7-AB02-4965-8659-2CD668E93753}" presName="hierRoot2" presStyleCnt="0">
        <dgm:presLayoutVars>
          <dgm:hierBranch val="r"/>
        </dgm:presLayoutVars>
      </dgm:prSet>
      <dgm:spPr/>
    </dgm:pt>
    <dgm:pt modelId="{6D8C6162-E45E-49AF-B392-DA70385B1A8B}" type="pres">
      <dgm:prSet presAssocID="{878DDFE7-AB02-4965-8659-2CD668E93753}" presName="rootComposite" presStyleCnt="0"/>
      <dgm:spPr/>
    </dgm:pt>
    <dgm:pt modelId="{48BE2709-DDEE-4F0C-A007-2918E312CBD2}" type="pres">
      <dgm:prSet presAssocID="{878DDFE7-AB02-4965-8659-2CD668E93753}" presName="rootText" presStyleLbl="node3" presStyleIdx="4" presStyleCnt="5" custScaleX="119730" custScaleY="381525">
        <dgm:presLayoutVars>
          <dgm:chPref val="3"/>
        </dgm:presLayoutVars>
      </dgm:prSet>
      <dgm:spPr/>
      <dgm:t>
        <a:bodyPr/>
        <a:lstStyle/>
        <a:p>
          <a:endParaRPr lang="en-US"/>
        </a:p>
      </dgm:t>
    </dgm:pt>
    <dgm:pt modelId="{DA6C83B2-31AE-4277-8BB5-46540870A41E}" type="pres">
      <dgm:prSet presAssocID="{878DDFE7-AB02-4965-8659-2CD668E93753}" presName="rootConnector" presStyleLbl="node3" presStyleIdx="4" presStyleCnt="5"/>
      <dgm:spPr/>
      <dgm:t>
        <a:bodyPr/>
        <a:lstStyle/>
        <a:p>
          <a:endParaRPr lang="en-US"/>
        </a:p>
      </dgm:t>
    </dgm:pt>
    <dgm:pt modelId="{C3EED3E0-46BA-4993-A01A-823AF17B609C}" type="pres">
      <dgm:prSet presAssocID="{878DDFE7-AB02-4965-8659-2CD668E93753}" presName="hierChild4" presStyleCnt="0"/>
      <dgm:spPr/>
    </dgm:pt>
    <dgm:pt modelId="{45F3BC9B-E6B8-488F-A583-28D6F4E450C3}" type="pres">
      <dgm:prSet presAssocID="{878DDFE7-AB02-4965-8659-2CD668E93753}" presName="hierChild5" presStyleCnt="0"/>
      <dgm:spPr/>
    </dgm:pt>
    <dgm:pt modelId="{BFC14E92-3B10-46EC-A00A-B19E0F85046B}" type="pres">
      <dgm:prSet presAssocID="{4062C4C2-2E52-4A4C-B719-ABA7CC531A26}" presName="hierChild5" presStyleCnt="0"/>
      <dgm:spPr/>
    </dgm:pt>
    <dgm:pt modelId="{F555ABB5-6A60-4CEE-BA55-C802896A56EB}" type="pres">
      <dgm:prSet presAssocID="{0A3E33FA-B9BB-4123-9B77-5557A21F452D}" presName="hierChild3" presStyleCnt="0"/>
      <dgm:spPr/>
    </dgm:pt>
  </dgm:ptLst>
  <dgm:cxnLst>
    <dgm:cxn modelId="{5C4A514D-67DE-43C6-AAA3-FCCDA92DD2AC}" type="presOf" srcId="{878DDFE7-AB02-4965-8659-2CD668E93753}" destId="{DA6C83B2-31AE-4277-8BB5-46540870A41E}" srcOrd="1" destOrd="0" presId="urn:microsoft.com/office/officeart/2005/8/layout/orgChart1"/>
    <dgm:cxn modelId="{514C119F-CF69-4DA8-86B9-BA55E7A078C8}" type="presOf" srcId="{0A061269-42D7-4F1F-B814-188B66DFDABB}" destId="{7875C236-0141-4A06-AF10-88F3D0513FD5}" srcOrd="0" destOrd="0" presId="urn:microsoft.com/office/officeart/2005/8/layout/orgChart1"/>
    <dgm:cxn modelId="{884F2AA5-CDF4-4642-BA6C-A3F59E4A9904}" type="presOf" srcId="{4A204C30-02DE-444A-9A6C-154CAEFD15C5}" destId="{3B04D20B-08C5-42E7-89A9-314324EDE1FC}" srcOrd="0" destOrd="0" presId="urn:microsoft.com/office/officeart/2005/8/layout/orgChart1"/>
    <dgm:cxn modelId="{E4282864-12A3-46EC-819E-0F2D65038024}" srcId="{4062C4C2-2E52-4A4C-B719-ABA7CC531A26}" destId="{878DDFE7-AB02-4965-8659-2CD668E93753}" srcOrd="0" destOrd="0" parTransId="{3B9E5850-63CA-4CCD-9C6E-AA0A07E1238B}" sibTransId="{60859A5E-003A-4679-BB57-45044FE8C7D6}"/>
    <dgm:cxn modelId="{25C6CC22-978A-48AB-8F46-36023568C9A3}" type="presOf" srcId="{5003D972-3E88-4F26-8281-5E0BC5CFCE60}" destId="{8E8A7733-AD83-4E6F-A95F-AFD2D1B2648F}" srcOrd="0" destOrd="0" presId="urn:microsoft.com/office/officeart/2005/8/layout/orgChart1"/>
    <dgm:cxn modelId="{D8EB0AEF-2F5B-4437-9F94-94EBF4732EF4}" srcId="{44B781AF-3CF4-4B91-8814-62B22206845E}" destId="{76CBB741-62E9-4FC1-A59B-817E0A410C9A}" srcOrd="0" destOrd="0" parTransId="{0415F555-72A3-4D05-9483-90BC4DB025DF}" sibTransId="{43B3A54B-D21C-45D3-B440-9A318C02EBBF}"/>
    <dgm:cxn modelId="{EC965317-D3FF-4827-AF19-74CC79781332}" type="presOf" srcId="{0D31C3DC-D9A1-43CE-97AE-D8F34CD5E821}" destId="{097D584D-F0F9-49D5-93AB-D9856E60762F}" srcOrd="0" destOrd="0" presId="urn:microsoft.com/office/officeart/2005/8/layout/orgChart1"/>
    <dgm:cxn modelId="{F267FE4D-F97A-4D7A-8CB2-82EB919E603C}" type="presOf" srcId="{44B781AF-3CF4-4B91-8814-62B22206845E}" destId="{97FC381A-14F2-4A36-A5D6-A9D8D8FD6AC8}" srcOrd="0" destOrd="0" presId="urn:microsoft.com/office/officeart/2005/8/layout/orgChart1"/>
    <dgm:cxn modelId="{16CD0F06-D747-4BBA-8884-0EFF3BF34057}" srcId="{5003D972-3E88-4F26-8281-5E0BC5CFCE60}" destId="{1AB50727-E064-4EE1-BED4-82D09F669230}" srcOrd="0" destOrd="0" parTransId="{A8C87001-D49E-4B03-B43F-D26ECB001D09}" sibTransId="{FB0B60EF-9E45-46D1-A7E3-03800D60D22B}"/>
    <dgm:cxn modelId="{FE394B97-2E6A-45A9-9CAE-CF6C68EF8A6F}" type="presOf" srcId="{1C1F914E-F2B1-406B-B204-8B48FD9BE431}" destId="{DA404A1C-841D-4DE6-88B5-E0180547A052}" srcOrd="1" destOrd="0" presId="urn:microsoft.com/office/officeart/2005/8/layout/orgChart1"/>
    <dgm:cxn modelId="{73A282E3-8647-4DED-99CD-BD4EC7D2A7E6}" type="presOf" srcId="{878DDFE7-AB02-4965-8659-2CD668E93753}" destId="{48BE2709-DDEE-4F0C-A007-2918E312CBD2}" srcOrd="0" destOrd="0" presId="urn:microsoft.com/office/officeart/2005/8/layout/orgChart1"/>
    <dgm:cxn modelId="{CF3B75B8-E371-4ADE-93E7-EBAF20D229FD}" srcId="{0A3E33FA-B9BB-4123-9B77-5557A21F452D}" destId="{5003D972-3E88-4F26-8281-5E0BC5CFCE60}" srcOrd="2" destOrd="0" parTransId="{0D31C3DC-D9A1-43CE-97AE-D8F34CD5E821}" sibTransId="{F793FFD2-8B4C-483B-B4E9-79EE35FF323B}"/>
    <dgm:cxn modelId="{BB7A3E53-F5A6-4ADD-8500-8A8468CCD888}" type="presOf" srcId="{CC0FA054-0FAF-459C-9797-0115CD7AF86B}" destId="{6D681DE8-431D-4365-B54B-D7D14544B7E9}" srcOrd="0" destOrd="0" presId="urn:microsoft.com/office/officeart/2005/8/layout/orgChart1"/>
    <dgm:cxn modelId="{E567BB52-B6E1-49F1-B48B-E79D381B2F59}" type="presOf" srcId="{3B9E5850-63CA-4CCD-9C6E-AA0A07E1238B}" destId="{2230DA66-4D04-4AB0-829C-D78452DC40CB}" srcOrd="0" destOrd="0" presId="urn:microsoft.com/office/officeart/2005/8/layout/orgChart1"/>
    <dgm:cxn modelId="{FC54D8AF-657B-4FC8-A5EE-E5C476F60DFD}" type="presOf" srcId="{4062C4C2-2E52-4A4C-B719-ABA7CC531A26}" destId="{BFCBC276-87E5-4A1D-9678-5996FA47CCFF}" srcOrd="0" destOrd="0" presId="urn:microsoft.com/office/officeart/2005/8/layout/orgChart1"/>
    <dgm:cxn modelId="{0C49C593-039F-435A-AC2F-D0C63EA2FF79}" type="presOf" srcId="{6E5E7EC9-DA4F-4A0B-80CD-11C8BB939FF7}" destId="{9952697B-A743-409E-87CE-8F6390E60B51}" srcOrd="0" destOrd="0" presId="urn:microsoft.com/office/officeart/2005/8/layout/orgChart1"/>
    <dgm:cxn modelId="{3B7387EC-A7A3-4B04-8CA3-471BD0909865}" type="presOf" srcId="{0A3E33FA-B9BB-4123-9B77-5557A21F452D}" destId="{14C81EF7-CC3F-4E37-AC0F-D5AADAE321D0}" srcOrd="1" destOrd="0" presId="urn:microsoft.com/office/officeart/2005/8/layout/orgChart1"/>
    <dgm:cxn modelId="{43D01125-D722-48E9-8E51-8EDA0111C13C}" type="presOf" srcId="{0A061269-42D7-4F1F-B814-188B66DFDABB}" destId="{40E5A3D4-274A-467A-BBB3-63415367FA19}" srcOrd="1" destOrd="0" presId="urn:microsoft.com/office/officeart/2005/8/layout/orgChart1"/>
    <dgm:cxn modelId="{DB855601-8EC4-48D7-B915-68CADC36311C}" type="presOf" srcId="{76CBB741-62E9-4FC1-A59B-817E0A410C9A}" destId="{4E908F8C-9CA7-498C-8ACB-09CB39B7B856}" srcOrd="0" destOrd="0" presId="urn:microsoft.com/office/officeart/2005/8/layout/orgChart1"/>
    <dgm:cxn modelId="{97D7C283-C040-423C-8059-B92B40C361AF}" type="presOf" srcId="{60D45612-B9E0-492E-B38F-B76381AEE0DC}" destId="{D4AFE1AF-8E7F-4891-9246-C8CC23B67CDC}" srcOrd="0" destOrd="0" presId="urn:microsoft.com/office/officeart/2005/8/layout/orgChart1"/>
    <dgm:cxn modelId="{BB8FBA16-69A5-463F-96C3-4D881D0FC2FA}" type="presOf" srcId="{2F682791-764D-4D90-92E9-9967FFB27DAD}" destId="{05786E83-AE95-461C-A95D-23E48E8C83F0}" srcOrd="0" destOrd="0" presId="urn:microsoft.com/office/officeart/2005/8/layout/orgChart1"/>
    <dgm:cxn modelId="{445D448E-6DF7-471B-98B5-5E4D82DCF55E}" type="presOf" srcId="{1AB50727-E064-4EE1-BED4-82D09F669230}" destId="{00165490-4489-4CC4-BBDA-A0058B18AC48}" srcOrd="0" destOrd="0" presId="urn:microsoft.com/office/officeart/2005/8/layout/orgChart1"/>
    <dgm:cxn modelId="{5C243060-68EF-4CF3-9825-07E1817B20D0}" type="presOf" srcId="{44B781AF-3CF4-4B91-8814-62B22206845E}" destId="{53E8E577-EF1C-4BF6-BD85-2C2737FDF629}" srcOrd="1" destOrd="0" presId="urn:microsoft.com/office/officeart/2005/8/layout/orgChart1"/>
    <dgm:cxn modelId="{95816EA2-81BF-4CE0-9CD2-B5CD8380FC97}" srcId="{0A3E33FA-B9BB-4123-9B77-5557A21F452D}" destId="{44B781AF-3CF4-4B91-8814-62B22206845E}" srcOrd="1" destOrd="0" parTransId="{CC0FA054-0FAF-459C-9797-0115CD7AF86B}" sibTransId="{FD64BC13-DA3E-49FE-90A9-9788EA6B8D02}"/>
    <dgm:cxn modelId="{4C4AA75B-C992-41DD-804B-20B4D0CF24D4}" srcId="{0A3E33FA-B9BB-4123-9B77-5557A21F452D}" destId="{397F1BE4-7600-440F-B41D-2CE32922FEE6}" srcOrd="3" destOrd="0" parTransId="{2F682791-764D-4D90-92E9-9967FFB27DAD}" sibTransId="{C58F84A1-F7AE-4B2F-B4CF-CE811868A362}"/>
    <dgm:cxn modelId="{5E294E0D-3477-444F-A3A4-C456CAEF7C15}" type="presOf" srcId="{D5DFFBF9-446A-4EE1-BC92-6761D0D32276}" destId="{356ABDE0-6897-43F1-9F9E-8F93EE4786AA}" srcOrd="0" destOrd="0" presId="urn:microsoft.com/office/officeart/2005/8/layout/orgChart1"/>
    <dgm:cxn modelId="{78D265F5-52B8-4D58-A917-5219C2CACDDB}" srcId="{6E5E7EC9-DA4F-4A0B-80CD-11C8BB939FF7}" destId="{0A3E33FA-B9BB-4123-9B77-5557A21F452D}" srcOrd="0" destOrd="0" parTransId="{E698C31D-6843-456B-8C49-E1CBFE8CDDB8}" sibTransId="{9FFB799E-EFE6-4837-A9ED-69676D26D745}"/>
    <dgm:cxn modelId="{D5A419DC-CAFD-44A0-B82F-7D5B84B448C6}" srcId="{0A3E33FA-B9BB-4123-9B77-5557A21F452D}" destId="{1C1F914E-F2B1-406B-B204-8B48FD9BE431}" srcOrd="0" destOrd="0" parTransId="{60D45612-B9E0-492E-B38F-B76381AEE0DC}" sibTransId="{9E162A59-8B81-4FE3-BF13-38474D95E7C3}"/>
    <dgm:cxn modelId="{8E1DAF8D-0917-4CA7-A04D-92AB26A460D6}" type="presOf" srcId="{1AB50727-E064-4EE1-BED4-82D09F669230}" destId="{FE623007-9BDA-4820-AA9E-333AD108C8D7}" srcOrd="1" destOrd="0" presId="urn:microsoft.com/office/officeart/2005/8/layout/orgChart1"/>
    <dgm:cxn modelId="{BA5AFC9C-B93F-4747-AEA9-726A0682BD61}" type="presOf" srcId="{0A3E33FA-B9BB-4123-9B77-5557A21F452D}" destId="{272A8B12-4CBE-452D-9895-9A7F39EBAED6}" srcOrd="0" destOrd="0" presId="urn:microsoft.com/office/officeart/2005/8/layout/orgChart1"/>
    <dgm:cxn modelId="{6B114C2E-D29D-450B-A28B-6452DCA2A847}" type="presOf" srcId="{0415F555-72A3-4D05-9483-90BC4DB025DF}" destId="{C50CD848-253D-4B2A-BC3E-1C47DA6BCECB}" srcOrd="0" destOrd="0" presId="urn:microsoft.com/office/officeart/2005/8/layout/orgChart1"/>
    <dgm:cxn modelId="{1299F681-2263-4A3D-BC2E-7D1367DC951A}" type="presOf" srcId="{B64AC348-5D73-429F-A8A7-33F57F531352}" destId="{4917E731-F42B-49E6-9EDB-0B15E3A2BAAB}" srcOrd="0" destOrd="0" presId="urn:microsoft.com/office/officeart/2005/8/layout/orgChart1"/>
    <dgm:cxn modelId="{CC763FAA-E4BB-48EE-B908-157776AFAB76}" type="presOf" srcId="{A8C87001-D49E-4B03-B43F-D26ECB001D09}" destId="{69E67ADF-793B-41E8-8188-A56F842361CD}" srcOrd="0" destOrd="0" presId="urn:microsoft.com/office/officeart/2005/8/layout/orgChart1"/>
    <dgm:cxn modelId="{736B7931-83EE-4D01-8354-D901D488AEAE}" type="presOf" srcId="{76CBB741-62E9-4FC1-A59B-817E0A410C9A}" destId="{DDEEAD53-21BE-46EC-8E60-FCFD289566FD}" srcOrd="1" destOrd="0" presId="urn:microsoft.com/office/officeart/2005/8/layout/orgChart1"/>
    <dgm:cxn modelId="{08427EAA-1769-4BAA-AE06-D7D356C8D59F}" type="presOf" srcId="{4062C4C2-2E52-4A4C-B719-ABA7CC531A26}" destId="{FDD4F10D-4304-4E33-B02C-F1C8B084E6EE}" srcOrd="1" destOrd="0" presId="urn:microsoft.com/office/officeart/2005/8/layout/orgChart1"/>
    <dgm:cxn modelId="{7A1ABCB7-15E1-462F-9F75-551B05CF2E0B}" type="presOf" srcId="{5003D972-3E88-4F26-8281-5E0BC5CFCE60}" destId="{EA6BF27F-51BD-49E8-8723-BFDBA16800EE}" srcOrd="1" destOrd="0" presId="urn:microsoft.com/office/officeart/2005/8/layout/orgChart1"/>
    <dgm:cxn modelId="{4DFE85FA-77FA-41EE-AEB9-3A89107463FA}" type="presOf" srcId="{397F1BE4-7600-440F-B41D-2CE32922FEE6}" destId="{96B0D1FD-DAE0-46C1-A570-89357B8381AA}" srcOrd="0" destOrd="0" presId="urn:microsoft.com/office/officeart/2005/8/layout/orgChart1"/>
    <dgm:cxn modelId="{B0A2F7EC-0188-4E27-B027-977808311D26}" type="presOf" srcId="{1C1F914E-F2B1-406B-B204-8B48FD9BE431}" destId="{7460AB7B-24F3-415B-B49D-D745F50E3106}" srcOrd="0" destOrd="0" presId="urn:microsoft.com/office/officeart/2005/8/layout/orgChart1"/>
    <dgm:cxn modelId="{B3002884-32A3-4D50-A6EA-ED4D198031A1}" type="presOf" srcId="{4A204C30-02DE-444A-9A6C-154CAEFD15C5}" destId="{F65A3CE4-1FDA-4BB0-B838-72253CF40EBD}" srcOrd="1" destOrd="0" presId="urn:microsoft.com/office/officeart/2005/8/layout/orgChart1"/>
    <dgm:cxn modelId="{AB616445-6B1A-416B-B75C-ECE125BC75B8}" srcId="{1C1F914E-F2B1-406B-B204-8B48FD9BE431}" destId="{0A061269-42D7-4F1F-B814-188B66DFDABB}" srcOrd="0" destOrd="0" parTransId="{D5DFFBF9-446A-4EE1-BC92-6761D0D32276}" sibTransId="{7239BEAF-3DC4-4C7B-81BE-0C35C00EE33C}"/>
    <dgm:cxn modelId="{EA795980-41D3-41E0-9A32-547B879B8794}" srcId="{0A3E33FA-B9BB-4123-9B77-5557A21F452D}" destId="{4062C4C2-2E52-4A4C-B719-ABA7CC531A26}" srcOrd="4" destOrd="0" parTransId="{B64AC348-5D73-429F-A8A7-33F57F531352}" sibTransId="{1D353CA2-B733-4B85-AB2E-881746120636}"/>
    <dgm:cxn modelId="{BC2CED80-A2F2-4B20-8E54-6621F56D2408}" type="presOf" srcId="{47E99BBC-B777-49DD-B211-D987D792533F}" destId="{F69A7CC1-6065-496F-8F86-17D554678D65}" srcOrd="0" destOrd="0" presId="urn:microsoft.com/office/officeart/2005/8/layout/orgChart1"/>
    <dgm:cxn modelId="{8E044568-CA7E-4E60-965A-07C0D438BF25}" type="presOf" srcId="{397F1BE4-7600-440F-B41D-2CE32922FEE6}" destId="{2D2E8A09-7AFD-40B9-A4BA-49C6ED8F3FC8}" srcOrd="1" destOrd="0" presId="urn:microsoft.com/office/officeart/2005/8/layout/orgChart1"/>
    <dgm:cxn modelId="{3808E847-68E8-47FA-AD09-35ECC09C3FF1}" srcId="{397F1BE4-7600-440F-B41D-2CE32922FEE6}" destId="{4A204C30-02DE-444A-9A6C-154CAEFD15C5}" srcOrd="0" destOrd="0" parTransId="{47E99BBC-B777-49DD-B211-D987D792533F}" sibTransId="{26B54707-3636-4BAF-8F8E-E8BE1AC0AEA0}"/>
    <dgm:cxn modelId="{97C0407C-1E1B-4334-B026-44122FD59BEB}" type="presParOf" srcId="{9952697B-A743-409E-87CE-8F6390E60B51}" destId="{4D6F94DB-2C5E-42B0-886D-B9A00B187538}" srcOrd="0" destOrd="0" presId="urn:microsoft.com/office/officeart/2005/8/layout/orgChart1"/>
    <dgm:cxn modelId="{68AB77FB-457D-4362-9A39-3BF8C3314907}" type="presParOf" srcId="{4D6F94DB-2C5E-42B0-886D-B9A00B187538}" destId="{BA8E58EC-D20D-4B79-AD43-5AC3243AB4D7}" srcOrd="0" destOrd="0" presId="urn:microsoft.com/office/officeart/2005/8/layout/orgChart1"/>
    <dgm:cxn modelId="{710EF055-5461-4670-97BD-D4BF4CE62C6B}" type="presParOf" srcId="{BA8E58EC-D20D-4B79-AD43-5AC3243AB4D7}" destId="{272A8B12-4CBE-452D-9895-9A7F39EBAED6}" srcOrd="0" destOrd="0" presId="urn:microsoft.com/office/officeart/2005/8/layout/orgChart1"/>
    <dgm:cxn modelId="{82647D07-38F0-415C-81E8-2999B8CCFBB3}" type="presParOf" srcId="{BA8E58EC-D20D-4B79-AD43-5AC3243AB4D7}" destId="{14C81EF7-CC3F-4E37-AC0F-D5AADAE321D0}" srcOrd="1" destOrd="0" presId="urn:microsoft.com/office/officeart/2005/8/layout/orgChart1"/>
    <dgm:cxn modelId="{0C25B53B-6AF2-4CD3-92C7-2D91F98F4925}" type="presParOf" srcId="{4D6F94DB-2C5E-42B0-886D-B9A00B187538}" destId="{564D8862-B9EF-4FBF-B1DE-883EE4E28821}" srcOrd="1" destOrd="0" presId="urn:microsoft.com/office/officeart/2005/8/layout/orgChart1"/>
    <dgm:cxn modelId="{B2B2FF54-D815-4215-80F5-2B3518DA81CF}" type="presParOf" srcId="{564D8862-B9EF-4FBF-B1DE-883EE4E28821}" destId="{D4AFE1AF-8E7F-4891-9246-C8CC23B67CDC}" srcOrd="0" destOrd="0" presId="urn:microsoft.com/office/officeart/2005/8/layout/orgChart1"/>
    <dgm:cxn modelId="{8C0C0B33-F552-4E75-A084-28D6434C7FE1}" type="presParOf" srcId="{564D8862-B9EF-4FBF-B1DE-883EE4E28821}" destId="{95D30707-122D-4A0E-807E-5DFFFF340FCB}" srcOrd="1" destOrd="0" presId="urn:microsoft.com/office/officeart/2005/8/layout/orgChart1"/>
    <dgm:cxn modelId="{ED2626FA-3F7E-477C-9BB8-2EDA9080E905}" type="presParOf" srcId="{95D30707-122D-4A0E-807E-5DFFFF340FCB}" destId="{AC60EB1F-604D-4B5A-BF40-B9D0F0413D1C}" srcOrd="0" destOrd="0" presId="urn:microsoft.com/office/officeart/2005/8/layout/orgChart1"/>
    <dgm:cxn modelId="{775FE998-09C8-453C-BF7A-81CF779178EC}" type="presParOf" srcId="{AC60EB1F-604D-4B5A-BF40-B9D0F0413D1C}" destId="{7460AB7B-24F3-415B-B49D-D745F50E3106}" srcOrd="0" destOrd="0" presId="urn:microsoft.com/office/officeart/2005/8/layout/orgChart1"/>
    <dgm:cxn modelId="{2E6AA79E-F056-4B5D-9233-9D2CF8A7FA74}" type="presParOf" srcId="{AC60EB1F-604D-4B5A-BF40-B9D0F0413D1C}" destId="{DA404A1C-841D-4DE6-88B5-E0180547A052}" srcOrd="1" destOrd="0" presId="urn:microsoft.com/office/officeart/2005/8/layout/orgChart1"/>
    <dgm:cxn modelId="{10DBE35E-93E0-4D87-BF07-7B7A997816C4}" type="presParOf" srcId="{95D30707-122D-4A0E-807E-5DFFFF340FCB}" destId="{E84BFF99-25CD-4C1A-8C01-3905F031BC87}" srcOrd="1" destOrd="0" presId="urn:microsoft.com/office/officeart/2005/8/layout/orgChart1"/>
    <dgm:cxn modelId="{D346CCC3-51E8-44CA-80C3-C56C02F67B12}" type="presParOf" srcId="{E84BFF99-25CD-4C1A-8C01-3905F031BC87}" destId="{356ABDE0-6897-43F1-9F9E-8F93EE4786AA}" srcOrd="0" destOrd="0" presId="urn:microsoft.com/office/officeart/2005/8/layout/orgChart1"/>
    <dgm:cxn modelId="{1AFE6A4C-D599-4EE2-8A67-E5B5EF16343E}" type="presParOf" srcId="{E84BFF99-25CD-4C1A-8C01-3905F031BC87}" destId="{EB392135-B8E9-4916-8914-7FF50DA4CEE9}" srcOrd="1" destOrd="0" presId="urn:microsoft.com/office/officeart/2005/8/layout/orgChart1"/>
    <dgm:cxn modelId="{3A4ADE85-420F-43F9-B0CD-14282B67CA8B}" type="presParOf" srcId="{EB392135-B8E9-4916-8914-7FF50DA4CEE9}" destId="{E3A7CA79-A93B-44B6-8129-0B30702024C7}" srcOrd="0" destOrd="0" presId="urn:microsoft.com/office/officeart/2005/8/layout/orgChart1"/>
    <dgm:cxn modelId="{67FB2A66-E1F3-4E30-8130-9FD77D2CEBB8}" type="presParOf" srcId="{E3A7CA79-A93B-44B6-8129-0B30702024C7}" destId="{7875C236-0141-4A06-AF10-88F3D0513FD5}" srcOrd="0" destOrd="0" presId="urn:microsoft.com/office/officeart/2005/8/layout/orgChart1"/>
    <dgm:cxn modelId="{9A0F02DF-5793-4C28-B7F1-3972880EFBA5}" type="presParOf" srcId="{E3A7CA79-A93B-44B6-8129-0B30702024C7}" destId="{40E5A3D4-274A-467A-BBB3-63415367FA19}" srcOrd="1" destOrd="0" presId="urn:microsoft.com/office/officeart/2005/8/layout/orgChart1"/>
    <dgm:cxn modelId="{3EAC7A83-3FF8-4686-B55E-7386297513DE}" type="presParOf" srcId="{EB392135-B8E9-4916-8914-7FF50DA4CEE9}" destId="{C416F7C4-28CF-4FCE-8585-105D610F527C}" srcOrd="1" destOrd="0" presId="urn:microsoft.com/office/officeart/2005/8/layout/orgChart1"/>
    <dgm:cxn modelId="{B11657F8-8C25-4DC1-B574-6CA7FEF4A694}" type="presParOf" srcId="{EB392135-B8E9-4916-8914-7FF50DA4CEE9}" destId="{E1590BFA-D059-46B9-943D-231B794C4CC5}" srcOrd="2" destOrd="0" presId="urn:microsoft.com/office/officeart/2005/8/layout/orgChart1"/>
    <dgm:cxn modelId="{D087F1FB-6720-4738-8007-1A4998C022F3}" type="presParOf" srcId="{95D30707-122D-4A0E-807E-5DFFFF340FCB}" destId="{16F467F2-7936-4229-9605-F7382C31D46F}" srcOrd="2" destOrd="0" presId="urn:microsoft.com/office/officeart/2005/8/layout/orgChart1"/>
    <dgm:cxn modelId="{C226DFAC-1307-4003-940E-3180FFBE4E59}" type="presParOf" srcId="{564D8862-B9EF-4FBF-B1DE-883EE4E28821}" destId="{6D681DE8-431D-4365-B54B-D7D14544B7E9}" srcOrd="2" destOrd="0" presId="urn:microsoft.com/office/officeart/2005/8/layout/orgChart1"/>
    <dgm:cxn modelId="{420C79A5-90F5-4BD9-BFE2-93B08625DA3D}" type="presParOf" srcId="{564D8862-B9EF-4FBF-B1DE-883EE4E28821}" destId="{B6CC1892-1F95-4365-896E-1C7F96F942E4}" srcOrd="3" destOrd="0" presId="urn:microsoft.com/office/officeart/2005/8/layout/orgChart1"/>
    <dgm:cxn modelId="{2F7F8581-D7C1-4CAA-94F3-27842AC4AD39}" type="presParOf" srcId="{B6CC1892-1F95-4365-896E-1C7F96F942E4}" destId="{4257D1D6-6B80-4BB3-A4B4-9873115F456A}" srcOrd="0" destOrd="0" presId="urn:microsoft.com/office/officeart/2005/8/layout/orgChart1"/>
    <dgm:cxn modelId="{39E97401-C7C2-40B6-BE9E-92D1661DD346}" type="presParOf" srcId="{4257D1D6-6B80-4BB3-A4B4-9873115F456A}" destId="{97FC381A-14F2-4A36-A5D6-A9D8D8FD6AC8}" srcOrd="0" destOrd="0" presId="urn:microsoft.com/office/officeart/2005/8/layout/orgChart1"/>
    <dgm:cxn modelId="{979AA7CD-E4A6-48AF-8378-821C812FC4D1}" type="presParOf" srcId="{4257D1D6-6B80-4BB3-A4B4-9873115F456A}" destId="{53E8E577-EF1C-4BF6-BD85-2C2737FDF629}" srcOrd="1" destOrd="0" presId="urn:microsoft.com/office/officeart/2005/8/layout/orgChart1"/>
    <dgm:cxn modelId="{C3906E0A-62E3-4440-833B-F003DD3E8ED8}" type="presParOf" srcId="{B6CC1892-1F95-4365-896E-1C7F96F942E4}" destId="{D80521D2-0C89-4751-BB4A-79C52A48D735}" srcOrd="1" destOrd="0" presId="urn:microsoft.com/office/officeart/2005/8/layout/orgChart1"/>
    <dgm:cxn modelId="{14FB6A44-E3A1-4ED3-904A-83F965B74741}" type="presParOf" srcId="{D80521D2-0C89-4751-BB4A-79C52A48D735}" destId="{C50CD848-253D-4B2A-BC3E-1C47DA6BCECB}" srcOrd="0" destOrd="0" presId="urn:microsoft.com/office/officeart/2005/8/layout/orgChart1"/>
    <dgm:cxn modelId="{067739CE-2219-4F80-89C1-BD2453E57452}" type="presParOf" srcId="{D80521D2-0C89-4751-BB4A-79C52A48D735}" destId="{73F5244F-5584-49E9-9378-8E00FC12F00F}" srcOrd="1" destOrd="0" presId="urn:microsoft.com/office/officeart/2005/8/layout/orgChart1"/>
    <dgm:cxn modelId="{36EEA908-51D3-400D-BBF4-4B0EC66AC05A}" type="presParOf" srcId="{73F5244F-5584-49E9-9378-8E00FC12F00F}" destId="{4BD256F6-D1EF-45E6-B546-AFC12E5D7C79}" srcOrd="0" destOrd="0" presId="urn:microsoft.com/office/officeart/2005/8/layout/orgChart1"/>
    <dgm:cxn modelId="{29346E54-2C09-4754-A99A-F2A63C7E9099}" type="presParOf" srcId="{4BD256F6-D1EF-45E6-B546-AFC12E5D7C79}" destId="{4E908F8C-9CA7-498C-8ACB-09CB39B7B856}" srcOrd="0" destOrd="0" presId="urn:microsoft.com/office/officeart/2005/8/layout/orgChart1"/>
    <dgm:cxn modelId="{8E55A873-9870-4F96-BB70-761B913DB5D5}" type="presParOf" srcId="{4BD256F6-D1EF-45E6-B546-AFC12E5D7C79}" destId="{DDEEAD53-21BE-46EC-8E60-FCFD289566FD}" srcOrd="1" destOrd="0" presId="urn:microsoft.com/office/officeart/2005/8/layout/orgChart1"/>
    <dgm:cxn modelId="{E4967215-AFFD-4167-87E3-D800BB3FDA67}" type="presParOf" srcId="{73F5244F-5584-49E9-9378-8E00FC12F00F}" destId="{7A03CF7F-424A-4BB4-A308-D9C3840C8AFE}" srcOrd="1" destOrd="0" presId="urn:microsoft.com/office/officeart/2005/8/layout/orgChart1"/>
    <dgm:cxn modelId="{9E5519E5-DEC7-44F1-8301-A407A3ABAF4E}" type="presParOf" srcId="{73F5244F-5584-49E9-9378-8E00FC12F00F}" destId="{3B3A263A-0D9F-4052-924C-3F7B90A361BC}" srcOrd="2" destOrd="0" presId="urn:microsoft.com/office/officeart/2005/8/layout/orgChart1"/>
    <dgm:cxn modelId="{066823AB-0BF4-480A-AEC8-9854C15048CF}" type="presParOf" srcId="{B6CC1892-1F95-4365-896E-1C7F96F942E4}" destId="{79E4854D-BED6-4FA1-A0E3-CA2E6ECD680B}" srcOrd="2" destOrd="0" presId="urn:microsoft.com/office/officeart/2005/8/layout/orgChart1"/>
    <dgm:cxn modelId="{FE6433D5-03D5-44C9-AD27-5F34DFB7D449}" type="presParOf" srcId="{564D8862-B9EF-4FBF-B1DE-883EE4E28821}" destId="{097D584D-F0F9-49D5-93AB-D9856E60762F}" srcOrd="4" destOrd="0" presId="urn:microsoft.com/office/officeart/2005/8/layout/orgChart1"/>
    <dgm:cxn modelId="{F9A472BD-ACE1-4C8D-A22C-8AF9F349C341}" type="presParOf" srcId="{564D8862-B9EF-4FBF-B1DE-883EE4E28821}" destId="{950BDE1D-B2F4-4172-AA95-9EB18DABBF74}" srcOrd="5" destOrd="0" presId="urn:microsoft.com/office/officeart/2005/8/layout/orgChart1"/>
    <dgm:cxn modelId="{3604DBB3-9264-4BAC-B1CD-15E15B2886E8}" type="presParOf" srcId="{950BDE1D-B2F4-4172-AA95-9EB18DABBF74}" destId="{9E364918-00AC-4EBA-855C-E8C570A9EE62}" srcOrd="0" destOrd="0" presId="urn:microsoft.com/office/officeart/2005/8/layout/orgChart1"/>
    <dgm:cxn modelId="{903201C6-1BE9-4481-A8A5-8FD1307C416B}" type="presParOf" srcId="{9E364918-00AC-4EBA-855C-E8C570A9EE62}" destId="{8E8A7733-AD83-4E6F-A95F-AFD2D1B2648F}" srcOrd="0" destOrd="0" presId="urn:microsoft.com/office/officeart/2005/8/layout/orgChart1"/>
    <dgm:cxn modelId="{5C441EBE-BE07-46BB-9F16-56E1E04AFA62}" type="presParOf" srcId="{9E364918-00AC-4EBA-855C-E8C570A9EE62}" destId="{EA6BF27F-51BD-49E8-8723-BFDBA16800EE}" srcOrd="1" destOrd="0" presId="urn:microsoft.com/office/officeart/2005/8/layout/orgChart1"/>
    <dgm:cxn modelId="{37C37E0C-77DB-4BC0-8742-218B1BC0D2B6}" type="presParOf" srcId="{950BDE1D-B2F4-4172-AA95-9EB18DABBF74}" destId="{6BF0510E-5037-4618-B8E6-0C425510855E}" srcOrd="1" destOrd="0" presId="urn:microsoft.com/office/officeart/2005/8/layout/orgChart1"/>
    <dgm:cxn modelId="{4D51B739-04D8-4DCF-8029-6C13A37C35B8}" type="presParOf" srcId="{6BF0510E-5037-4618-B8E6-0C425510855E}" destId="{69E67ADF-793B-41E8-8188-A56F842361CD}" srcOrd="0" destOrd="0" presId="urn:microsoft.com/office/officeart/2005/8/layout/orgChart1"/>
    <dgm:cxn modelId="{5459DF66-DBEC-4894-916A-5D90D5E730B8}" type="presParOf" srcId="{6BF0510E-5037-4618-B8E6-0C425510855E}" destId="{94C62EC5-7868-43D6-BDDA-6FF6D0813AC0}" srcOrd="1" destOrd="0" presId="urn:microsoft.com/office/officeart/2005/8/layout/orgChart1"/>
    <dgm:cxn modelId="{0CC72E9D-F6BD-4204-8699-F938190D7A87}" type="presParOf" srcId="{94C62EC5-7868-43D6-BDDA-6FF6D0813AC0}" destId="{1D8BE90C-196A-4320-97E7-B86FF2B17850}" srcOrd="0" destOrd="0" presId="urn:microsoft.com/office/officeart/2005/8/layout/orgChart1"/>
    <dgm:cxn modelId="{FB97DEBE-3D3A-47A7-A694-89868234248E}" type="presParOf" srcId="{1D8BE90C-196A-4320-97E7-B86FF2B17850}" destId="{00165490-4489-4CC4-BBDA-A0058B18AC48}" srcOrd="0" destOrd="0" presId="urn:microsoft.com/office/officeart/2005/8/layout/orgChart1"/>
    <dgm:cxn modelId="{0ADC680E-A64B-4E6C-A0A5-4F60DB342DDA}" type="presParOf" srcId="{1D8BE90C-196A-4320-97E7-B86FF2B17850}" destId="{FE623007-9BDA-4820-AA9E-333AD108C8D7}" srcOrd="1" destOrd="0" presId="urn:microsoft.com/office/officeart/2005/8/layout/orgChart1"/>
    <dgm:cxn modelId="{DA0283B3-D2CE-4748-8533-8FDCCA027E3D}" type="presParOf" srcId="{94C62EC5-7868-43D6-BDDA-6FF6D0813AC0}" destId="{B8DD461B-2544-4008-859A-BB1CE86EC222}" srcOrd="1" destOrd="0" presId="urn:microsoft.com/office/officeart/2005/8/layout/orgChart1"/>
    <dgm:cxn modelId="{01824C4A-AEFE-48C1-8369-FF8ABF190EB9}" type="presParOf" srcId="{94C62EC5-7868-43D6-BDDA-6FF6D0813AC0}" destId="{74AFD13E-A77E-47B7-8B5A-B25C132FC6A7}" srcOrd="2" destOrd="0" presId="urn:microsoft.com/office/officeart/2005/8/layout/orgChart1"/>
    <dgm:cxn modelId="{AA3EEEB4-25D0-47BD-B087-3E04607327C3}" type="presParOf" srcId="{950BDE1D-B2F4-4172-AA95-9EB18DABBF74}" destId="{A8EA6E36-8F5F-4383-A5C8-5CA1EFC22F7A}" srcOrd="2" destOrd="0" presId="urn:microsoft.com/office/officeart/2005/8/layout/orgChart1"/>
    <dgm:cxn modelId="{38CE8E03-4D1A-4ABC-B492-7C3F91A445FD}" type="presParOf" srcId="{564D8862-B9EF-4FBF-B1DE-883EE4E28821}" destId="{05786E83-AE95-461C-A95D-23E48E8C83F0}" srcOrd="6" destOrd="0" presId="urn:microsoft.com/office/officeart/2005/8/layout/orgChart1"/>
    <dgm:cxn modelId="{D0AA79C0-AD1B-4A26-90BD-F7E25E3A1585}" type="presParOf" srcId="{564D8862-B9EF-4FBF-B1DE-883EE4E28821}" destId="{87842EE8-72C9-466F-A1C9-525037D19A96}" srcOrd="7" destOrd="0" presId="urn:microsoft.com/office/officeart/2005/8/layout/orgChart1"/>
    <dgm:cxn modelId="{41FC1D02-74ED-4B48-8AC2-27E06D08EC1E}" type="presParOf" srcId="{87842EE8-72C9-466F-A1C9-525037D19A96}" destId="{D1C92343-CB37-485F-A1FF-65E696186E32}" srcOrd="0" destOrd="0" presId="urn:microsoft.com/office/officeart/2005/8/layout/orgChart1"/>
    <dgm:cxn modelId="{50CE1F80-9FC9-4B9C-8EAC-5ADDDDA733F4}" type="presParOf" srcId="{D1C92343-CB37-485F-A1FF-65E696186E32}" destId="{96B0D1FD-DAE0-46C1-A570-89357B8381AA}" srcOrd="0" destOrd="0" presId="urn:microsoft.com/office/officeart/2005/8/layout/orgChart1"/>
    <dgm:cxn modelId="{55225523-4850-4821-9D3B-197B8C4897B7}" type="presParOf" srcId="{D1C92343-CB37-485F-A1FF-65E696186E32}" destId="{2D2E8A09-7AFD-40B9-A4BA-49C6ED8F3FC8}" srcOrd="1" destOrd="0" presId="urn:microsoft.com/office/officeart/2005/8/layout/orgChart1"/>
    <dgm:cxn modelId="{2E765A81-842E-4C0E-8DCE-125EE501488B}" type="presParOf" srcId="{87842EE8-72C9-466F-A1C9-525037D19A96}" destId="{FDBCD359-B62A-42EC-A1DD-9F34CAFE026D}" srcOrd="1" destOrd="0" presId="urn:microsoft.com/office/officeart/2005/8/layout/orgChart1"/>
    <dgm:cxn modelId="{B88340DC-A0A4-43C0-AC97-3B7B217BEC5F}" type="presParOf" srcId="{FDBCD359-B62A-42EC-A1DD-9F34CAFE026D}" destId="{F69A7CC1-6065-496F-8F86-17D554678D65}" srcOrd="0" destOrd="0" presId="urn:microsoft.com/office/officeart/2005/8/layout/orgChart1"/>
    <dgm:cxn modelId="{207E6AB7-8A39-414B-BA94-0DCDB84D84FD}" type="presParOf" srcId="{FDBCD359-B62A-42EC-A1DD-9F34CAFE026D}" destId="{69A6A8DF-715F-4515-96EE-81EB58890B79}" srcOrd="1" destOrd="0" presId="urn:microsoft.com/office/officeart/2005/8/layout/orgChart1"/>
    <dgm:cxn modelId="{88F4829F-2F49-4493-BD5F-6009AD8B14F0}" type="presParOf" srcId="{69A6A8DF-715F-4515-96EE-81EB58890B79}" destId="{278408F8-A06C-46B0-932D-21A744468A54}" srcOrd="0" destOrd="0" presId="urn:microsoft.com/office/officeart/2005/8/layout/orgChart1"/>
    <dgm:cxn modelId="{9A4CDE56-9B7D-4175-8580-E56D52E85DCE}" type="presParOf" srcId="{278408F8-A06C-46B0-932D-21A744468A54}" destId="{3B04D20B-08C5-42E7-89A9-314324EDE1FC}" srcOrd="0" destOrd="0" presId="urn:microsoft.com/office/officeart/2005/8/layout/orgChart1"/>
    <dgm:cxn modelId="{9044E6FA-9311-4A73-ABA8-1F5588BCB198}" type="presParOf" srcId="{278408F8-A06C-46B0-932D-21A744468A54}" destId="{F65A3CE4-1FDA-4BB0-B838-72253CF40EBD}" srcOrd="1" destOrd="0" presId="urn:microsoft.com/office/officeart/2005/8/layout/orgChart1"/>
    <dgm:cxn modelId="{B783A5B9-2DB0-4DC2-91F7-9587B49386B8}" type="presParOf" srcId="{69A6A8DF-715F-4515-96EE-81EB58890B79}" destId="{302CAE27-D176-4535-9E93-8E4F2CF39B53}" srcOrd="1" destOrd="0" presId="urn:microsoft.com/office/officeart/2005/8/layout/orgChart1"/>
    <dgm:cxn modelId="{A8D63F04-7C26-476D-BBC1-A151DA54E2D4}" type="presParOf" srcId="{69A6A8DF-715F-4515-96EE-81EB58890B79}" destId="{ADF21404-D2F2-4B4B-8A49-502B6D72D1AF}" srcOrd="2" destOrd="0" presId="urn:microsoft.com/office/officeart/2005/8/layout/orgChart1"/>
    <dgm:cxn modelId="{A7764C30-5E04-4053-BF33-10D89114B8BD}" type="presParOf" srcId="{87842EE8-72C9-466F-A1C9-525037D19A96}" destId="{25284017-6B1A-4C22-9676-D17AD0404299}" srcOrd="2" destOrd="0" presId="urn:microsoft.com/office/officeart/2005/8/layout/orgChart1"/>
    <dgm:cxn modelId="{A29A0EC6-6A40-496D-8E02-3D8C8C4477B0}" type="presParOf" srcId="{564D8862-B9EF-4FBF-B1DE-883EE4E28821}" destId="{4917E731-F42B-49E6-9EDB-0B15E3A2BAAB}" srcOrd="8" destOrd="0" presId="urn:microsoft.com/office/officeart/2005/8/layout/orgChart1"/>
    <dgm:cxn modelId="{22173983-1AA6-4110-B0C4-2CA5C6D491FE}" type="presParOf" srcId="{564D8862-B9EF-4FBF-B1DE-883EE4E28821}" destId="{399A23F0-77A9-43D7-B2E2-94B97217F1F5}" srcOrd="9" destOrd="0" presId="urn:microsoft.com/office/officeart/2005/8/layout/orgChart1"/>
    <dgm:cxn modelId="{8A6E11EF-3A6E-4DA5-BE48-E0FDB63D4343}" type="presParOf" srcId="{399A23F0-77A9-43D7-B2E2-94B97217F1F5}" destId="{AE6503C8-A741-4960-BB31-72BE4A7791F6}" srcOrd="0" destOrd="0" presId="urn:microsoft.com/office/officeart/2005/8/layout/orgChart1"/>
    <dgm:cxn modelId="{E6BE3C16-96C7-41D0-A13B-94446C017E85}" type="presParOf" srcId="{AE6503C8-A741-4960-BB31-72BE4A7791F6}" destId="{BFCBC276-87E5-4A1D-9678-5996FA47CCFF}" srcOrd="0" destOrd="0" presId="urn:microsoft.com/office/officeart/2005/8/layout/orgChart1"/>
    <dgm:cxn modelId="{D757AD40-7355-4BDE-A795-59EE929A51D9}" type="presParOf" srcId="{AE6503C8-A741-4960-BB31-72BE4A7791F6}" destId="{FDD4F10D-4304-4E33-B02C-F1C8B084E6EE}" srcOrd="1" destOrd="0" presId="urn:microsoft.com/office/officeart/2005/8/layout/orgChart1"/>
    <dgm:cxn modelId="{2A29E549-912E-48B2-835C-09E45F66E704}" type="presParOf" srcId="{399A23F0-77A9-43D7-B2E2-94B97217F1F5}" destId="{D1B3B8AB-28CA-45B4-B434-52793D109432}" srcOrd="1" destOrd="0" presId="urn:microsoft.com/office/officeart/2005/8/layout/orgChart1"/>
    <dgm:cxn modelId="{43FD45CC-A457-4ACD-B017-4D78E93B94F7}" type="presParOf" srcId="{D1B3B8AB-28CA-45B4-B434-52793D109432}" destId="{2230DA66-4D04-4AB0-829C-D78452DC40CB}" srcOrd="0" destOrd="0" presId="urn:microsoft.com/office/officeart/2005/8/layout/orgChart1"/>
    <dgm:cxn modelId="{1A540770-53C9-4ECA-A879-563E36C2A7A4}" type="presParOf" srcId="{D1B3B8AB-28CA-45B4-B434-52793D109432}" destId="{1E7607F1-16F6-4361-A68A-E6881C3784C9}" srcOrd="1" destOrd="0" presId="urn:microsoft.com/office/officeart/2005/8/layout/orgChart1"/>
    <dgm:cxn modelId="{6ADDE7B5-11F6-474D-8E59-EF4F08B68D9C}" type="presParOf" srcId="{1E7607F1-16F6-4361-A68A-E6881C3784C9}" destId="{6D8C6162-E45E-49AF-B392-DA70385B1A8B}" srcOrd="0" destOrd="0" presId="urn:microsoft.com/office/officeart/2005/8/layout/orgChart1"/>
    <dgm:cxn modelId="{7F4A5FF9-1D0C-4C41-854A-658AD21EC276}" type="presParOf" srcId="{6D8C6162-E45E-49AF-B392-DA70385B1A8B}" destId="{48BE2709-DDEE-4F0C-A007-2918E312CBD2}" srcOrd="0" destOrd="0" presId="urn:microsoft.com/office/officeart/2005/8/layout/orgChart1"/>
    <dgm:cxn modelId="{338E9A49-EAF6-407D-ACEF-598E2F8C7C3C}" type="presParOf" srcId="{6D8C6162-E45E-49AF-B392-DA70385B1A8B}" destId="{DA6C83B2-31AE-4277-8BB5-46540870A41E}" srcOrd="1" destOrd="0" presId="urn:microsoft.com/office/officeart/2005/8/layout/orgChart1"/>
    <dgm:cxn modelId="{9D8514DD-797F-4BF0-AE13-1DD054EAAE87}" type="presParOf" srcId="{1E7607F1-16F6-4361-A68A-E6881C3784C9}" destId="{C3EED3E0-46BA-4993-A01A-823AF17B609C}" srcOrd="1" destOrd="0" presId="urn:microsoft.com/office/officeart/2005/8/layout/orgChart1"/>
    <dgm:cxn modelId="{2311C341-7515-4F3A-B992-8CD2F45ACBAD}" type="presParOf" srcId="{1E7607F1-16F6-4361-A68A-E6881C3784C9}" destId="{45F3BC9B-E6B8-488F-A583-28D6F4E450C3}" srcOrd="2" destOrd="0" presId="urn:microsoft.com/office/officeart/2005/8/layout/orgChart1"/>
    <dgm:cxn modelId="{E275ED46-3A67-476D-BB87-D613218DC90C}" type="presParOf" srcId="{399A23F0-77A9-43D7-B2E2-94B97217F1F5}" destId="{BFC14E92-3B10-46EC-A00A-B19E0F85046B}" srcOrd="2" destOrd="0" presId="urn:microsoft.com/office/officeart/2005/8/layout/orgChart1"/>
    <dgm:cxn modelId="{30D03D50-6B18-451C-8F3D-6D37C7E4A6A5}" type="presParOf" srcId="{4D6F94DB-2C5E-42B0-886D-B9A00B187538}" destId="{F555ABB5-6A60-4CEE-BA55-C802896A56EB}" srcOrd="2" destOrd="0" presId="urn:microsoft.com/office/officeart/2005/8/layout/orgChart1"/>
  </dgm:cxnLst>
  <dgm:bg/>
  <dgm:whole/>
</dgm:dataModel>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542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273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42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42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542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B9CEC6D-BE4F-4DC9-B596-012029244285}" type="slidenum">
              <a:rPr lang="en-US"/>
              <a:pPr>
                <a:defRPr/>
              </a:pPr>
              <a:t>‹#›</a:t>
            </a:fld>
            <a:endParaRPr lang="en-US"/>
          </a:p>
        </p:txBody>
      </p:sp>
    </p:spTree>
    <p:extLst>
      <p:ext uri="{BB962C8B-B14F-4D97-AF65-F5344CB8AC3E}">
        <p14:creationId xmlns:p14="http://schemas.microsoft.com/office/powerpoint/2010/main" xmlns="" val="13552695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BB8FD2A7-655E-4B7F-8D5A-975E9EAEDA34}" type="slidenum">
              <a:rPr lang="ar-EG" smtClean="0"/>
              <a:pPr eaLnBrk="1" hangingPunct="1"/>
              <a:t>43</a:t>
            </a:fld>
            <a:endParaRPr lang="en-US" smtClean="0"/>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smtClean="0"/>
              <a:t>These fluorite crystals, from China, are basically cubes, but have their edges beveled by the dodecahedral form.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E805D66-93BC-4665-9386-F4ACFF8C94A2}" type="slidenum">
              <a:rPr lang="en-US" smtClean="0"/>
              <a:pPr eaLnBrk="1" hangingPunct="1"/>
              <a:t>58</a:t>
            </a:fld>
            <a:endParaRPr lang="en-US" smtClean="0"/>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66D249-EE9C-4EF0-9CC9-FF09F99DE965}" type="slidenum">
              <a:rPr lang="en-US"/>
              <a:pPr/>
              <a:t>69</a:t>
            </a:fld>
            <a:endParaRPr lang="en-US"/>
          </a:p>
        </p:txBody>
      </p:sp>
      <p:sp>
        <p:nvSpPr>
          <p:cNvPr id="194562" name="Rectangle 2"/>
          <p:cNvSpPr>
            <a:spLocks noGrp="1" noRot="1" noChangeAspect="1" noChangeArrowheads="1" noTextEdit="1"/>
          </p:cNvSpPr>
          <p:nvPr>
            <p:ph type="sldImg"/>
          </p:nvPr>
        </p:nvSpPr>
        <p:spPr>
          <a:ln/>
        </p:spPr>
      </p:sp>
      <p:sp>
        <p:nvSpPr>
          <p:cNvPr id="19456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ounded Rectangle 3"/>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6" name="Rounded Rectangle 5"/>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lang="en-US" smtClean="0"/>
              <a:t>Click to edit Master title style</a:t>
            </a:r>
            <a:endParaRPr lang="en-US"/>
          </a:p>
        </p:txBody>
      </p:sp>
      <p:sp>
        <p:nvSpPr>
          <p:cNvPr id="20" name="Subtitle 19"/>
          <p:cNvSpPr>
            <a:spLocks noGrp="1"/>
          </p:cNvSpPr>
          <p:nvPr>
            <p:ph type="subTitle" idx="1"/>
          </p:nvPr>
        </p:nvSpPr>
        <p:spPr>
          <a:xfrm>
            <a:off x="722376" y="3685032"/>
            <a:ext cx="7772400" cy="914400"/>
          </a:xfrm>
        </p:spPr>
        <p:txBody>
          <a:bodyPr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7" name="Date Placeholder 18"/>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10"/>
          <p:cNvSpPr>
            <a:spLocks noGrp="1"/>
          </p:cNvSpPr>
          <p:nvPr>
            <p:ph type="sldNum" sz="quarter" idx="12"/>
          </p:nvPr>
        </p:nvSpPr>
        <p:spPr/>
        <p:txBody>
          <a:bodyPr/>
          <a:lstStyle>
            <a:lvl1pPr>
              <a:defRPr/>
            </a:lvl1pPr>
            <a:extLst/>
          </a:lstStyle>
          <a:p>
            <a:pPr>
              <a:defRPr/>
            </a:pPr>
            <a:fld id="{DB41DC0D-D63B-41DF-996C-45F8F7C62929}" type="slidenum">
              <a:rPr lang="en-US"/>
              <a:pPr>
                <a:defRPr/>
              </a:pPr>
              <a:t>‹#›</a:t>
            </a:fld>
            <a:endParaRPr lang="en-US"/>
          </a:p>
        </p:txBody>
      </p:sp>
    </p:spTree>
    <p:extLst>
      <p:ext uri="{BB962C8B-B14F-4D97-AF65-F5344CB8AC3E}">
        <p14:creationId xmlns:p14="http://schemas.microsoft.com/office/powerpoint/2010/main" xmlns="" val="3634776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lang="en-US" smtClean="0"/>
              <a:t>Click to edit Master title style</a:t>
            </a:r>
            <a:endParaRPr lang="en-US"/>
          </a:p>
        </p:txBody>
      </p:sp>
      <p:sp>
        <p:nvSpPr>
          <p:cNvPr id="3" name="Content Placeholder 2"/>
          <p:cNvSpPr>
            <a:spLocks noGrp="1"/>
          </p:cNvSpPr>
          <p:nvPr>
            <p:ph idx="1"/>
          </p:nvPr>
        </p:nvSpPr>
        <p:spPr>
          <a:xfrm>
            <a:off x="502920" y="530352"/>
            <a:ext cx="8183880" cy="4187952"/>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endParaRPr lang="en-US"/>
          </a:p>
        </p:txBody>
      </p:sp>
      <p:sp>
        <p:nvSpPr>
          <p:cNvPr id="5" name="Footer Placeholder 1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B12EA97D-2192-48E8-ABE9-DB1F3B8158D6}" type="slidenum">
              <a:rPr lang="en-US"/>
              <a:pPr>
                <a:defRPr/>
              </a:pPr>
              <a:t>‹#›</a:t>
            </a:fld>
            <a:endParaRPr lang="en-US"/>
          </a:p>
        </p:txBody>
      </p:sp>
    </p:spTree>
    <p:extLst>
      <p:ext uri="{BB962C8B-B14F-4D97-AF65-F5344CB8AC3E}">
        <p14:creationId xmlns:p14="http://schemas.microsoft.com/office/powerpoint/2010/main" xmlns="" val="240267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ounded Rectangle 3"/>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5" name="Rounded Rectangle 4"/>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2" name="Title 1"/>
          <p:cNvSpPr>
            <a:spLocks noGrp="1"/>
          </p:cNvSpPr>
          <p:nvPr>
            <p:ph type="title"/>
          </p:nvPr>
        </p:nvSpPr>
        <p:spPr>
          <a:xfrm>
            <a:off x="468344" y="4928616"/>
            <a:ext cx="8183880" cy="676656"/>
          </a:xfrm>
        </p:spPr>
        <p:txBody>
          <a:bodyPr lIns="91440" bIns="0"/>
          <a:lstStyle>
            <a:lvl1pPr algn="l">
              <a:buNone/>
              <a:defRPr sz="3600" b="0" cap="none" baseline="0">
                <a:solidFill>
                  <a:schemeClr val="bg2">
                    <a:shade val="25000"/>
                  </a:schemeClr>
                </a:solidFill>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468344" y="5624484"/>
            <a:ext cx="8183880" cy="420624"/>
          </a:xfrm>
        </p:spPr>
        <p:txBody>
          <a:bodyPr lIns="118872" tIns="0"/>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extLst/>
          </a:lstStyle>
          <a:p>
            <a:pPr>
              <a:defRPr/>
            </a:pPr>
            <a:fld id="{7AE4397A-5CE4-4C6E-9679-DCC2392B49C6}" type="slidenum">
              <a:rPr lang="en-US"/>
              <a:pPr>
                <a:defRPr/>
              </a:pPr>
              <a:t>‹#›</a:t>
            </a:fld>
            <a:endParaRPr lang="en-US"/>
          </a:p>
        </p:txBody>
      </p:sp>
    </p:spTree>
    <p:extLst>
      <p:ext uri="{BB962C8B-B14F-4D97-AF65-F5344CB8AC3E}">
        <p14:creationId xmlns:p14="http://schemas.microsoft.com/office/powerpoint/2010/main" xmlns="" val="1309281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4"/>
          <p:cNvSpPr>
            <a:spLocks noGrp="1"/>
          </p:cNvSpPr>
          <p:nvPr>
            <p:ph type="dt" sz="half" idx="10"/>
          </p:nvPr>
        </p:nvSpPr>
        <p:spPr/>
        <p:txBody>
          <a:bodyPr/>
          <a:lstStyle>
            <a:lvl1pPr>
              <a:defRPr/>
            </a:lvl1pPr>
          </a:lstStyle>
          <a:p>
            <a:pPr>
              <a:defRPr/>
            </a:pPr>
            <a:endParaRPr lang="en-US"/>
          </a:p>
        </p:txBody>
      </p:sp>
      <p:sp>
        <p:nvSpPr>
          <p:cNvPr id="6" name="Footer Placeholder 17"/>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18263E66-C4A1-45A6-A61F-0B5105828D32}" type="slidenum">
              <a:rPr lang="en-US"/>
              <a:pPr>
                <a:defRPr/>
              </a:pPr>
              <a:t>‹#›</a:t>
            </a:fld>
            <a:endParaRPr lang="en-US"/>
          </a:p>
        </p:txBody>
      </p:sp>
    </p:spTree>
    <p:extLst>
      <p:ext uri="{BB962C8B-B14F-4D97-AF65-F5344CB8AC3E}">
        <p14:creationId xmlns:p14="http://schemas.microsoft.com/office/powerpoint/2010/main" xmlns="" val="4008439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lvl1pPr>
              <a:defRPr b="1"/>
            </a:lvl1pPr>
            <a:extLst/>
          </a:lstStyle>
          <a:p>
            <a:r>
              <a:rPr lang="en-US" smtClean="0"/>
              <a:t>Click to edit Master title style</a:t>
            </a:r>
            <a:endParaRPr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lstStyle>
            <a:lvl1pPr algn="l">
              <a:defRPr sz="2400"/>
            </a:lvl1pPr>
            <a:lvl2pPr algn="l">
              <a:defRPr sz="2000"/>
            </a:lvl2pPr>
            <a:lvl3pPr algn="l">
              <a:defRPr sz="1800"/>
            </a:lvl3pPr>
            <a:lvl4pPr algn="l">
              <a:defRPr sz="1600"/>
            </a:lvl4pPr>
            <a:lvl5pPr algn="l">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52169" y="1447800"/>
            <a:ext cx="3931920" cy="3489960"/>
          </a:xfrm>
        </p:spPr>
        <p:txBody>
          <a:bodyPr/>
          <a:lstStyle>
            <a:lvl1pPr algn="l">
              <a:defRPr sz="2400"/>
            </a:lvl1pPr>
            <a:lvl2pPr algn="l">
              <a:defRPr sz="2000"/>
            </a:lvl2pPr>
            <a:lvl3pPr algn="l">
              <a:defRPr sz="1800"/>
            </a:lvl3pPr>
            <a:lvl4pPr algn="l">
              <a:defRPr sz="1600"/>
            </a:lvl4pPr>
            <a:lvl5pPr algn="l">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4"/>
          <p:cNvSpPr>
            <a:spLocks noGrp="1"/>
          </p:cNvSpPr>
          <p:nvPr>
            <p:ph type="dt" sz="half" idx="10"/>
          </p:nvPr>
        </p:nvSpPr>
        <p:spPr/>
        <p:txBody>
          <a:bodyPr/>
          <a:lstStyle>
            <a:lvl1pPr>
              <a:defRPr/>
            </a:lvl1pPr>
          </a:lstStyle>
          <a:p>
            <a:pPr>
              <a:defRPr/>
            </a:pPr>
            <a:endParaRPr lang="en-US"/>
          </a:p>
        </p:txBody>
      </p:sp>
      <p:sp>
        <p:nvSpPr>
          <p:cNvPr id="8" name="Footer Placeholder 17"/>
          <p:cNvSpPr>
            <a:spLocks noGrp="1"/>
          </p:cNvSpPr>
          <p:nvPr>
            <p:ph type="ftr" sz="quarter" idx="11"/>
          </p:nvPr>
        </p:nvSpPr>
        <p:spPr/>
        <p:txBody>
          <a:bodyPr/>
          <a:lstStyle>
            <a:lvl1pPr>
              <a:defRPr/>
            </a:lvl1pPr>
          </a:lstStyle>
          <a:p>
            <a:pPr>
              <a:defRPr/>
            </a:pPr>
            <a:endParaRPr lang="en-US"/>
          </a:p>
        </p:txBody>
      </p:sp>
      <p:sp>
        <p:nvSpPr>
          <p:cNvPr id="9" name="Slide Number Placeholder 4"/>
          <p:cNvSpPr>
            <a:spLocks noGrp="1"/>
          </p:cNvSpPr>
          <p:nvPr>
            <p:ph type="sldNum" sz="quarter" idx="12"/>
          </p:nvPr>
        </p:nvSpPr>
        <p:spPr/>
        <p:txBody>
          <a:bodyPr/>
          <a:lstStyle>
            <a:lvl1pPr>
              <a:defRPr/>
            </a:lvl1pPr>
          </a:lstStyle>
          <a:p>
            <a:pPr>
              <a:defRPr/>
            </a:pPr>
            <a:fld id="{DF33E746-8414-4626-8AAE-6A00E4180CDC}" type="slidenum">
              <a:rPr lang="en-US"/>
              <a:pPr>
                <a:defRPr/>
              </a:pPr>
              <a:t>‹#›</a:t>
            </a:fld>
            <a:endParaRPr lang="en-US"/>
          </a:p>
        </p:txBody>
      </p:sp>
    </p:spTree>
    <p:extLst>
      <p:ext uri="{BB962C8B-B14F-4D97-AF65-F5344CB8AC3E}">
        <p14:creationId xmlns:p14="http://schemas.microsoft.com/office/powerpoint/2010/main" xmlns="" val="147224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Date Placeholder 24"/>
          <p:cNvSpPr>
            <a:spLocks noGrp="1"/>
          </p:cNvSpPr>
          <p:nvPr>
            <p:ph type="dt" sz="half" idx="10"/>
          </p:nvPr>
        </p:nvSpPr>
        <p:spPr/>
        <p:txBody>
          <a:bodyPr/>
          <a:lstStyle>
            <a:lvl1pPr>
              <a:defRPr/>
            </a:lvl1pPr>
          </a:lstStyle>
          <a:p>
            <a:pPr>
              <a:defRPr/>
            </a:pPr>
            <a:endParaRPr lang="en-US"/>
          </a:p>
        </p:txBody>
      </p:sp>
      <p:sp>
        <p:nvSpPr>
          <p:cNvPr id="4" name="Footer Placeholder 17"/>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EB03A0D3-5F65-493F-9573-A1B4CA77CD91}" type="slidenum">
              <a:rPr lang="en-US"/>
              <a:pPr>
                <a:defRPr/>
              </a:pPr>
              <a:t>‹#›</a:t>
            </a:fld>
            <a:endParaRPr lang="en-US"/>
          </a:p>
        </p:txBody>
      </p:sp>
    </p:spTree>
    <p:extLst>
      <p:ext uri="{BB962C8B-B14F-4D97-AF65-F5344CB8AC3E}">
        <p14:creationId xmlns:p14="http://schemas.microsoft.com/office/powerpoint/2010/main" xmlns="" val="3983391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ounded Rectangle 1"/>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3" name="Date Placeholder 1"/>
          <p:cNvSpPr>
            <a:spLocks noGrp="1"/>
          </p:cNvSpPr>
          <p:nvPr>
            <p:ph type="dt" sz="half" idx="10"/>
          </p:nvPr>
        </p:nvSpPr>
        <p:spPr/>
        <p:txBody>
          <a:bodyPr/>
          <a:lstStyle>
            <a:lvl1pPr>
              <a:defRPr/>
            </a:lvl1pPr>
            <a:extLst/>
          </a:lstStyle>
          <a:p>
            <a:pPr>
              <a:defRPr/>
            </a:pPr>
            <a:endParaRPr lang="en-US"/>
          </a:p>
        </p:txBody>
      </p:sp>
      <p:sp>
        <p:nvSpPr>
          <p:cNvPr id="4" name="Footer Placeholder 2"/>
          <p:cNvSpPr>
            <a:spLocks noGrp="1"/>
          </p:cNvSpPr>
          <p:nvPr>
            <p:ph type="ftr" sz="quarter" idx="11"/>
          </p:nvPr>
        </p:nvSpPr>
        <p:spPr/>
        <p:txBody>
          <a:bodyPr/>
          <a:lstStyle>
            <a:lvl1pPr>
              <a:defRPr/>
            </a:lvl1pPr>
            <a:extLst/>
          </a:lstStyle>
          <a:p>
            <a:pPr>
              <a:defRPr/>
            </a:pPr>
            <a:endParaRPr lang="en-US"/>
          </a:p>
        </p:txBody>
      </p:sp>
      <p:sp>
        <p:nvSpPr>
          <p:cNvPr id="5" name="Slide Number Placeholder 3"/>
          <p:cNvSpPr>
            <a:spLocks noGrp="1"/>
          </p:cNvSpPr>
          <p:nvPr>
            <p:ph type="sldNum" sz="quarter" idx="12"/>
          </p:nvPr>
        </p:nvSpPr>
        <p:spPr/>
        <p:txBody>
          <a:bodyPr/>
          <a:lstStyle>
            <a:lvl1pPr>
              <a:defRPr/>
            </a:lvl1pPr>
            <a:extLst/>
          </a:lstStyle>
          <a:p>
            <a:pPr>
              <a:defRPr/>
            </a:pPr>
            <a:fld id="{68FD7D93-B8F3-48B9-AAAC-7B51B33759BA}" type="slidenum">
              <a:rPr lang="en-US"/>
              <a:pPr>
                <a:defRPr/>
              </a:pPr>
              <a:t>‹#›</a:t>
            </a:fld>
            <a:endParaRPr lang="en-US"/>
          </a:p>
        </p:txBody>
      </p:sp>
    </p:spTree>
    <p:extLst>
      <p:ext uri="{BB962C8B-B14F-4D97-AF65-F5344CB8AC3E}">
        <p14:creationId xmlns:p14="http://schemas.microsoft.com/office/powerpoint/2010/main" xmlns="" val="133006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lstStyle>
            <a:lvl1pPr algn="l">
              <a:buNone/>
              <a:defRPr sz="2200" b="1">
                <a:solidFill>
                  <a:schemeClr val="accent1"/>
                </a:solidFill>
              </a:defRPr>
            </a:lvl1pPr>
            <a:extLst/>
          </a:lstStyle>
          <a:p>
            <a:r>
              <a:rPr lang="en-US" smtClean="0"/>
              <a:t>Click to edit Master title style</a:t>
            </a:r>
            <a:endParaRPr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4"/>
          <p:cNvSpPr>
            <a:spLocks noGrp="1"/>
          </p:cNvSpPr>
          <p:nvPr>
            <p:ph type="dt" sz="half" idx="10"/>
          </p:nvPr>
        </p:nvSpPr>
        <p:spPr/>
        <p:txBody>
          <a:bodyPr/>
          <a:lstStyle>
            <a:lvl1pPr>
              <a:defRPr/>
            </a:lvl1pPr>
          </a:lstStyle>
          <a:p>
            <a:pPr>
              <a:defRPr/>
            </a:pPr>
            <a:endParaRPr lang="en-US"/>
          </a:p>
        </p:txBody>
      </p:sp>
      <p:sp>
        <p:nvSpPr>
          <p:cNvPr id="6" name="Footer Placeholder 17"/>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9C2E25A5-5BD9-48E1-B39C-42166F817220}" type="slidenum">
              <a:rPr lang="en-US"/>
              <a:pPr>
                <a:defRPr/>
              </a:pPr>
              <a:t>‹#›</a:t>
            </a:fld>
            <a:endParaRPr lang="en-US"/>
          </a:p>
        </p:txBody>
      </p:sp>
    </p:spTree>
    <p:extLst>
      <p:ext uri="{BB962C8B-B14F-4D97-AF65-F5344CB8AC3E}">
        <p14:creationId xmlns:p14="http://schemas.microsoft.com/office/powerpoint/2010/main" xmlns="" val="4003745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ounded Rectangle 4"/>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6" name="Round Single Corner Rectangle 5"/>
          <p:cNvSpPr/>
          <p:nvPr/>
        </p:nvSpPr>
        <p:spPr>
          <a:xfrm>
            <a:off x="6400800" y="433388"/>
            <a:ext cx="2324100"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lang="en-US" smtClean="0"/>
              <a:t>Click to edit Master title style</a:t>
            </a:r>
            <a:endParaRPr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normAutofit/>
          </a:bodyPr>
          <a:lstStyle>
            <a:lvl1pPr marL="0" indent="0">
              <a:buNone/>
              <a:defRPr sz="3200"/>
            </a:lvl1pPr>
            <a:extLst/>
          </a:lstStyle>
          <a:p>
            <a:pPr lvl="0"/>
            <a:r>
              <a:rPr lang="en-US" noProof="0" smtClean="0"/>
              <a:t>Click icon to add picture</a:t>
            </a:r>
            <a:endParaRPr lang="en-US" noProof="0"/>
          </a:p>
        </p:txBody>
      </p:sp>
      <p:sp>
        <p:nvSpPr>
          <p:cNvPr id="7" name="Date Placeholder 4"/>
          <p:cNvSpPr>
            <a:spLocks noGrp="1"/>
          </p:cNvSpPr>
          <p:nvPr>
            <p:ph type="dt" sz="half" idx="10"/>
          </p:nvPr>
        </p:nvSpPr>
        <p:spPr/>
        <p:txBody>
          <a:bodyPr/>
          <a:lstStyle>
            <a:lvl1pPr>
              <a:defRPr/>
            </a:lvl1pPr>
            <a:extLst/>
          </a:lstStyle>
          <a:p>
            <a:pPr>
              <a:defRPr/>
            </a:pPr>
            <a:endParaRPr lang="en-US"/>
          </a:p>
        </p:txBody>
      </p:sp>
      <p:sp>
        <p:nvSpPr>
          <p:cNvPr id="8" name="Footer Placeholder 5"/>
          <p:cNvSpPr>
            <a:spLocks noGrp="1"/>
          </p:cNvSpPr>
          <p:nvPr>
            <p:ph type="ftr" sz="quarter" idx="11"/>
          </p:nvPr>
        </p:nvSpPr>
        <p:spPr/>
        <p:txBody>
          <a:bodyPr/>
          <a:lstStyle>
            <a:lvl1pPr>
              <a:defRPr/>
            </a:lvl1pPr>
            <a:extLst/>
          </a:lstStyle>
          <a:p>
            <a:pPr>
              <a:defRPr/>
            </a:pPr>
            <a:endParaRPr lang="en-US"/>
          </a:p>
        </p:txBody>
      </p:sp>
      <p:sp>
        <p:nvSpPr>
          <p:cNvPr id="9" name="Slide Number Placeholder 6"/>
          <p:cNvSpPr>
            <a:spLocks noGrp="1"/>
          </p:cNvSpPr>
          <p:nvPr>
            <p:ph type="sldNum" sz="quarter" idx="12"/>
          </p:nvPr>
        </p:nvSpPr>
        <p:spPr/>
        <p:txBody>
          <a:bodyPr/>
          <a:lstStyle>
            <a:lvl1pPr>
              <a:defRPr/>
            </a:lvl1pPr>
            <a:extLst/>
          </a:lstStyle>
          <a:p>
            <a:pPr>
              <a:defRPr/>
            </a:pPr>
            <a:fld id="{ED590E33-7A37-40E0-B21F-472E0BCF9D25}" type="slidenum">
              <a:rPr lang="en-US"/>
              <a:pPr>
                <a:defRPr/>
              </a:pPr>
              <a:t>‹#›</a:t>
            </a:fld>
            <a:endParaRPr lang="en-US"/>
          </a:p>
        </p:txBody>
      </p:sp>
    </p:spTree>
    <p:extLst>
      <p:ext uri="{BB962C8B-B14F-4D97-AF65-F5344CB8AC3E}">
        <p14:creationId xmlns:p14="http://schemas.microsoft.com/office/powerpoint/2010/main" xmlns="" val="809983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endParaRPr lang="en-US"/>
          </a:p>
        </p:txBody>
      </p:sp>
      <p:sp>
        <p:nvSpPr>
          <p:cNvPr id="5" name="Footer Placeholder 1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4A077A1D-20E1-4A1C-BC20-51DC81F2F682}" type="slidenum">
              <a:rPr lang="en-US"/>
              <a:pPr>
                <a:defRPr/>
              </a:pPr>
              <a:t>‹#›</a:t>
            </a:fld>
            <a:endParaRPr lang="en-US"/>
          </a:p>
        </p:txBody>
      </p:sp>
    </p:spTree>
    <p:extLst>
      <p:ext uri="{BB962C8B-B14F-4D97-AF65-F5344CB8AC3E}">
        <p14:creationId xmlns:p14="http://schemas.microsoft.com/office/powerpoint/2010/main" xmlns="" val="597748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endParaRPr lang="en-US"/>
          </a:p>
        </p:txBody>
      </p:sp>
      <p:sp>
        <p:nvSpPr>
          <p:cNvPr id="5" name="Footer Placeholder 1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06C1CE3F-5C3B-4AF6-B397-A424760B2D9B}" type="slidenum">
              <a:rPr lang="en-US"/>
              <a:pPr>
                <a:defRPr/>
              </a:pPr>
              <a:t>‹#›</a:t>
            </a:fld>
            <a:endParaRPr lang="en-US"/>
          </a:p>
        </p:txBody>
      </p:sp>
    </p:spTree>
    <p:extLst>
      <p:ext uri="{BB962C8B-B14F-4D97-AF65-F5344CB8AC3E}">
        <p14:creationId xmlns:p14="http://schemas.microsoft.com/office/powerpoint/2010/main" xmlns="" val="571110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ounded Rectangle 3"/>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6" name="Rounded Rectangle 5"/>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lang="en-US" smtClean="0"/>
              <a:t>Click to edit Master title style</a:t>
            </a:r>
            <a:endParaRPr lang="en-US"/>
          </a:p>
        </p:txBody>
      </p:sp>
      <p:sp>
        <p:nvSpPr>
          <p:cNvPr id="20" name="Subtitle 19"/>
          <p:cNvSpPr>
            <a:spLocks noGrp="1"/>
          </p:cNvSpPr>
          <p:nvPr>
            <p:ph type="subTitle" idx="1"/>
          </p:nvPr>
        </p:nvSpPr>
        <p:spPr>
          <a:xfrm>
            <a:off x="722376" y="3685032"/>
            <a:ext cx="7772400" cy="914400"/>
          </a:xfrm>
        </p:spPr>
        <p:txBody>
          <a:bodyPr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7" name="Date Placeholder 18"/>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10"/>
          <p:cNvSpPr>
            <a:spLocks noGrp="1"/>
          </p:cNvSpPr>
          <p:nvPr>
            <p:ph type="sldNum" sz="quarter" idx="12"/>
          </p:nvPr>
        </p:nvSpPr>
        <p:spPr/>
        <p:txBody>
          <a:bodyPr/>
          <a:lstStyle>
            <a:lvl1pPr>
              <a:defRPr/>
            </a:lvl1pPr>
            <a:extLst/>
          </a:lstStyle>
          <a:p>
            <a:pPr>
              <a:defRPr/>
            </a:pPr>
            <a:fld id="{E7697E71-230B-4FF4-962F-20A13840B74F}" type="slidenum">
              <a:rPr lang="en-US"/>
              <a:pPr>
                <a:defRPr/>
              </a:pPr>
              <a:t>‹#›</a:t>
            </a:fld>
            <a:endParaRPr lang="en-US"/>
          </a:p>
        </p:txBody>
      </p:sp>
    </p:spTree>
    <p:extLst>
      <p:ext uri="{BB962C8B-B14F-4D97-AF65-F5344CB8AC3E}">
        <p14:creationId xmlns:p14="http://schemas.microsoft.com/office/powerpoint/2010/main" xmlns="" val="3982169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lang="en-US" smtClean="0"/>
              <a:t>Click to edit Master title style</a:t>
            </a:r>
            <a:endParaRPr lang="en-US"/>
          </a:p>
        </p:txBody>
      </p:sp>
      <p:sp>
        <p:nvSpPr>
          <p:cNvPr id="3" name="Content Placeholder 2"/>
          <p:cNvSpPr>
            <a:spLocks noGrp="1"/>
          </p:cNvSpPr>
          <p:nvPr>
            <p:ph idx="1"/>
          </p:nvPr>
        </p:nvSpPr>
        <p:spPr>
          <a:xfrm>
            <a:off x="502920" y="530352"/>
            <a:ext cx="8183880" cy="4187952"/>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endParaRPr lang="en-US"/>
          </a:p>
        </p:txBody>
      </p:sp>
      <p:sp>
        <p:nvSpPr>
          <p:cNvPr id="5" name="Footer Placeholder 1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6689958F-AB9A-4269-9C39-67B6E92FEA9A}" type="slidenum">
              <a:rPr lang="en-US"/>
              <a:pPr>
                <a:defRPr/>
              </a:pPr>
              <a:t>‹#›</a:t>
            </a:fld>
            <a:endParaRPr lang="en-US"/>
          </a:p>
        </p:txBody>
      </p:sp>
    </p:spTree>
    <p:extLst>
      <p:ext uri="{BB962C8B-B14F-4D97-AF65-F5344CB8AC3E}">
        <p14:creationId xmlns:p14="http://schemas.microsoft.com/office/powerpoint/2010/main" xmlns="" val="3961935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ounded Rectangle 3"/>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5" name="Rounded Rectangle 4"/>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2" name="Title 1"/>
          <p:cNvSpPr>
            <a:spLocks noGrp="1"/>
          </p:cNvSpPr>
          <p:nvPr>
            <p:ph type="title"/>
          </p:nvPr>
        </p:nvSpPr>
        <p:spPr>
          <a:xfrm>
            <a:off x="468344" y="4928616"/>
            <a:ext cx="8183880" cy="676656"/>
          </a:xfrm>
        </p:spPr>
        <p:txBody>
          <a:bodyPr lIns="91440" bIns="0"/>
          <a:lstStyle>
            <a:lvl1pPr algn="l">
              <a:buNone/>
              <a:defRPr sz="3600" b="0" cap="none" baseline="0">
                <a:solidFill>
                  <a:schemeClr val="bg2">
                    <a:shade val="25000"/>
                  </a:schemeClr>
                </a:solidFill>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468344" y="5624484"/>
            <a:ext cx="8183880" cy="420624"/>
          </a:xfrm>
        </p:spPr>
        <p:txBody>
          <a:bodyPr lIns="118872" tIns="0"/>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extLst/>
          </a:lstStyle>
          <a:p>
            <a:pPr>
              <a:defRPr/>
            </a:pPr>
            <a:fld id="{025E2479-B46B-4E3A-B93A-927875A93862}" type="slidenum">
              <a:rPr lang="en-US"/>
              <a:pPr>
                <a:defRPr/>
              </a:pPr>
              <a:t>‹#›</a:t>
            </a:fld>
            <a:endParaRPr lang="en-US"/>
          </a:p>
        </p:txBody>
      </p:sp>
    </p:spTree>
    <p:extLst>
      <p:ext uri="{BB962C8B-B14F-4D97-AF65-F5344CB8AC3E}">
        <p14:creationId xmlns:p14="http://schemas.microsoft.com/office/powerpoint/2010/main" xmlns="" val="2609362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4"/>
          <p:cNvSpPr>
            <a:spLocks noGrp="1"/>
          </p:cNvSpPr>
          <p:nvPr>
            <p:ph type="dt" sz="half" idx="10"/>
          </p:nvPr>
        </p:nvSpPr>
        <p:spPr/>
        <p:txBody>
          <a:bodyPr/>
          <a:lstStyle>
            <a:lvl1pPr>
              <a:defRPr/>
            </a:lvl1pPr>
          </a:lstStyle>
          <a:p>
            <a:pPr>
              <a:defRPr/>
            </a:pPr>
            <a:endParaRPr lang="en-US"/>
          </a:p>
        </p:txBody>
      </p:sp>
      <p:sp>
        <p:nvSpPr>
          <p:cNvPr id="6" name="Footer Placeholder 17"/>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3EEB43E9-93C7-40A9-825A-83D4CDA6DC79}" type="slidenum">
              <a:rPr lang="en-US"/>
              <a:pPr>
                <a:defRPr/>
              </a:pPr>
              <a:t>‹#›</a:t>
            </a:fld>
            <a:endParaRPr lang="en-US"/>
          </a:p>
        </p:txBody>
      </p:sp>
    </p:spTree>
    <p:extLst>
      <p:ext uri="{BB962C8B-B14F-4D97-AF65-F5344CB8AC3E}">
        <p14:creationId xmlns:p14="http://schemas.microsoft.com/office/powerpoint/2010/main" xmlns="" val="3160325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lvl1pPr>
              <a:defRPr b="1"/>
            </a:lvl1pPr>
            <a:extLst/>
          </a:lstStyle>
          <a:p>
            <a:r>
              <a:rPr lang="en-US" smtClean="0"/>
              <a:t>Click to edit Master title style</a:t>
            </a:r>
            <a:endParaRPr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lstStyle>
            <a:lvl1pPr algn="l">
              <a:defRPr sz="2400"/>
            </a:lvl1pPr>
            <a:lvl2pPr algn="l">
              <a:defRPr sz="2000"/>
            </a:lvl2pPr>
            <a:lvl3pPr algn="l">
              <a:defRPr sz="1800"/>
            </a:lvl3pPr>
            <a:lvl4pPr algn="l">
              <a:defRPr sz="1600"/>
            </a:lvl4pPr>
            <a:lvl5pPr algn="l">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52169" y="1447800"/>
            <a:ext cx="3931920" cy="3489960"/>
          </a:xfrm>
        </p:spPr>
        <p:txBody>
          <a:bodyPr/>
          <a:lstStyle>
            <a:lvl1pPr algn="l">
              <a:defRPr sz="2400"/>
            </a:lvl1pPr>
            <a:lvl2pPr algn="l">
              <a:defRPr sz="2000"/>
            </a:lvl2pPr>
            <a:lvl3pPr algn="l">
              <a:defRPr sz="1800"/>
            </a:lvl3pPr>
            <a:lvl4pPr algn="l">
              <a:defRPr sz="1600"/>
            </a:lvl4pPr>
            <a:lvl5pPr algn="l">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4"/>
          <p:cNvSpPr>
            <a:spLocks noGrp="1"/>
          </p:cNvSpPr>
          <p:nvPr>
            <p:ph type="dt" sz="half" idx="10"/>
          </p:nvPr>
        </p:nvSpPr>
        <p:spPr/>
        <p:txBody>
          <a:bodyPr/>
          <a:lstStyle>
            <a:lvl1pPr>
              <a:defRPr/>
            </a:lvl1pPr>
          </a:lstStyle>
          <a:p>
            <a:pPr>
              <a:defRPr/>
            </a:pPr>
            <a:endParaRPr lang="en-US"/>
          </a:p>
        </p:txBody>
      </p:sp>
      <p:sp>
        <p:nvSpPr>
          <p:cNvPr id="8" name="Footer Placeholder 17"/>
          <p:cNvSpPr>
            <a:spLocks noGrp="1"/>
          </p:cNvSpPr>
          <p:nvPr>
            <p:ph type="ftr" sz="quarter" idx="11"/>
          </p:nvPr>
        </p:nvSpPr>
        <p:spPr/>
        <p:txBody>
          <a:bodyPr/>
          <a:lstStyle>
            <a:lvl1pPr>
              <a:defRPr/>
            </a:lvl1pPr>
          </a:lstStyle>
          <a:p>
            <a:pPr>
              <a:defRPr/>
            </a:pPr>
            <a:endParaRPr lang="en-US"/>
          </a:p>
        </p:txBody>
      </p:sp>
      <p:sp>
        <p:nvSpPr>
          <p:cNvPr id="9" name="Slide Number Placeholder 4"/>
          <p:cNvSpPr>
            <a:spLocks noGrp="1"/>
          </p:cNvSpPr>
          <p:nvPr>
            <p:ph type="sldNum" sz="quarter" idx="12"/>
          </p:nvPr>
        </p:nvSpPr>
        <p:spPr/>
        <p:txBody>
          <a:bodyPr/>
          <a:lstStyle>
            <a:lvl1pPr>
              <a:defRPr/>
            </a:lvl1pPr>
          </a:lstStyle>
          <a:p>
            <a:pPr>
              <a:defRPr/>
            </a:pPr>
            <a:fld id="{B19F32A8-5F09-44EE-80C2-7D0435F3A1A9}" type="slidenum">
              <a:rPr lang="en-US"/>
              <a:pPr>
                <a:defRPr/>
              </a:pPr>
              <a:t>‹#›</a:t>
            </a:fld>
            <a:endParaRPr lang="en-US"/>
          </a:p>
        </p:txBody>
      </p:sp>
    </p:spTree>
    <p:extLst>
      <p:ext uri="{BB962C8B-B14F-4D97-AF65-F5344CB8AC3E}">
        <p14:creationId xmlns:p14="http://schemas.microsoft.com/office/powerpoint/2010/main" xmlns="" val="272949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Date Placeholder 24"/>
          <p:cNvSpPr>
            <a:spLocks noGrp="1"/>
          </p:cNvSpPr>
          <p:nvPr>
            <p:ph type="dt" sz="half" idx="10"/>
          </p:nvPr>
        </p:nvSpPr>
        <p:spPr/>
        <p:txBody>
          <a:bodyPr/>
          <a:lstStyle>
            <a:lvl1pPr>
              <a:defRPr/>
            </a:lvl1pPr>
          </a:lstStyle>
          <a:p>
            <a:pPr>
              <a:defRPr/>
            </a:pPr>
            <a:endParaRPr lang="en-US"/>
          </a:p>
        </p:txBody>
      </p:sp>
      <p:sp>
        <p:nvSpPr>
          <p:cNvPr id="4" name="Footer Placeholder 17"/>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F69C4433-62CB-43E4-BE41-1AAA03B96522}" type="slidenum">
              <a:rPr lang="en-US"/>
              <a:pPr>
                <a:defRPr/>
              </a:pPr>
              <a:t>‹#›</a:t>
            </a:fld>
            <a:endParaRPr lang="en-US"/>
          </a:p>
        </p:txBody>
      </p:sp>
    </p:spTree>
    <p:extLst>
      <p:ext uri="{BB962C8B-B14F-4D97-AF65-F5344CB8AC3E}">
        <p14:creationId xmlns:p14="http://schemas.microsoft.com/office/powerpoint/2010/main" xmlns="" val="42137345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ounded Rectangle 1"/>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3" name="Date Placeholder 1"/>
          <p:cNvSpPr>
            <a:spLocks noGrp="1"/>
          </p:cNvSpPr>
          <p:nvPr>
            <p:ph type="dt" sz="half" idx="10"/>
          </p:nvPr>
        </p:nvSpPr>
        <p:spPr/>
        <p:txBody>
          <a:bodyPr/>
          <a:lstStyle>
            <a:lvl1pPr>
              <a:defRPr/>
            </a:lvl1pPr>
            <a:extLst/>
          </a:lstStyle>
          <a:p>
            <a:pPr>
              <a:defRPr/>
            </a:pPr>
            <a:endParaRPr lang="en-US"/>
          </a:p>
        </p:txBody>
      </p:sp>
      <p:sp>
        <p:nvSpPr>
          <p:cNvPr id="4" name="Footer Placeholder 2"/>
          <p:cNvSpPr>
            <a:spLocks noGrp="1"/>
          </p:cNvSpPr>
          <p:nvPr>
            <p:ph type="ftr" sz="quarter" idx="11"/>
          </p:nvPr>
        </p:nvSpPr>
        <p:spPr/>
        <p:txBody>
          <a:bodyPr/>
          <a:lstStyle>
            <a:lvl1pPr>
              <a:defRPr/>
            </a:lvl1pPr>
            <a:extLst/>
          </a:lstStyle>
          <a:p>
            <a:pPr>
              <a:defRPr/>
            </a:pPr>
            <a:endParaRPr lang="en-US"/>
          </a:p>
        </p:txBody>
      </p:sp>
      <p:sp>
        <p:nvSpPr>
          <p:cNvPr id="5" name="Slide Number Placeholder 3"/>
          <p:cNvSpPr>
            <a:spLocks noGrp="1"/>
          </p:cNvSpPr>
          <p:nvPr>
            <p:ph type="sldNum" sz="quarter" idx="12"/>
          </p:nvPr>
        </p:nvSpPr>
        <p:spPr/>
        <p:txBody>
          <a:bodyPr/>
          <a:lstStyle>
            <a:lvl1pPr>
              <a:defRPr/>
            </a:lvl1pPr>
            <a:extLst/>
          </a:lstStyle>
          <a:p>
            <a:pPr>
              <a:defRPr/>
            </a:pPr>
            <a:fld id="{D8D55D99-82BA-41E8-8F75-66B2724DAFB0}" type="slidenum">
              <a:rPr lang="en-US"/>
              <a:pPr>
                <a:defRPr/>
              </a:pPr>
              <a:t>‹#›</a:t>
            </a:fld>
            <a:endParaRPr lang="en-US"/>
          </a:p>
        </p:txBody>
      </p:sp>
    </p:spTree>
    <p:extLst>
      <p:ext uri="{BB962C8B-B14F-4D97-AF65-F5344CB8AC3E}">
        <p14:creationId xmlns:p14="http://schemas.microsoft.com/office/powerpoint/2010/main" xmlns="" val="16651450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lstStyle>
            <a:lvl1pPr algn="l">
              <a:buNone/>
              <a:defRPr sz="2200" b="1">
                <a:solidFill>
                  <a:schemeClr val="accent1"/>
                </a:solidFill>
              </a:defRPr>
            </a:lvl1pPr>
            <a:extLst/>
          </a:lstStyle>
          <a:p>
            <a:r>
              <a:rPr lang="en-US" smtClean="0"/>
              <a:t>Click to edit Master title style</a:t>
            </a:r>
            <a:endParaRPr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4"/>
          <p:cNvSpPr>
            <a:spLocks noGrp="1"/>
          </p:cNvSpPr>
          <p:nvPr>
            <p:ph type="dt" sz="half" idx="10"/>
          </p:nvPr>
        </p:nvSpPr>
        <p:spPr/>
        <p:txBody>
          <a:bodyPr/>
          <a:lstStyle>
            <a:lvl1pPr>
              <a:defRPr/>
            </a:lvl1pPr>
          </a:lstStyle>
          <a:p>
            <a:pPr>
              <a:defRPr/>
            </a:pPr>
            <a:endParaRPr lang="en-US"/>
          </a:p>
        </p:txBody>
      </p:sp>
      <p:sp>
        <p:nvSpPr>
          <p:cNvPr id="6" name="Footer Placeholder 17"/>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303EFE90-B7C1-4B05-8C35-79250EE83CD2}" type="slidenum">
              <a:rPr lang="en-US"/>
              <a:pPr>
                <a:defRPr/>
              </a:pPr>
              <a:t>‹#›</a:t>
            </a:fld>
            <a:endParaRPr lang="en-US"/>
          </a:p>
        </p:txBody>
      </p:sp>
    </p:spTree>
    <p:extLst>
      <p:ext uri="{BB962C8B-B14F-4D97-AF65-F5344CB8AC3E}">
        <p14:creationId xmlns:p14="http://schemas.microsoft.com/office/powerpoint/2010/main" xmlns="" val="33319483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ounded Rectangle 4"/>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6" name="Round Single Corner Rectangle 5"/>
          <p:cNvSpPr/>
          <p:nvPr/>
        </p:nvSpPr>
        <p:spPr>
          <a:xfrm>
            <a:off x="6400800" y="433388"/>
            <a:ext cx="2324100"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lang="en-US" smtClean="0"/>
              <a:t>Click to edit Master title style</a:t>
            </a:r>
            <a:endParaRPr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normAutofit/>
          </a:bodyPr>
          <a:lstStyle>
            <a:lvl1pPr marL="0" indent="0">
              <a:buNone/>
              <a:defRPr sz="3200"/>
            </a:lvl1pPr>
            <a:extLst/>
          </a:lstStyle>
          <a:p>
            <a:pPr lvl="0"/>
            <a:r>
              <a:rPr lang="en-US" noProof="0" smtClean="0"/>
              <a:t>Click icon to add picture</a:t>
            </a:r>
            <a:endParaRPr lang="en-US" noProof="0"/>
          </a:p>
        </p:txBody>
      </p:sp>
      <p:sp>
        <p:nvSpPr>
          <p:cNvPr id="7" name="Date Placeholder 4"/>
          <p:cNvSpPr>
            <a:spLocks noGrp="1"/>
          </p:cNvSpPr>
          <p:nvPr>
            <p:ph type="dt" sz="half" idx="10"/>
          </p:nvPr>
        </p:nvSpPr>
        <p:spPr/>
        <p:txBody>
          <a:bodyPr/>
          <a:lstStyle>
            <a:lvl1pPr>
              <a:defRPr/>
            </a:lvl1pPr>
            <a:extLst/>
          </a:lstStyle>
          <a:p>
            <a:pPr>
              <a:defRPr/>
            </a:pPr>
            <a:endParaRPr lang="en-US"/>
          </a:p>
        </p:txBody>
      </p:sp>
      <p:sp>
        <p:nvSpPr>
          <p:cNvPr id="8" name="Footer Placeholder 5"/>
          <p:cNvSpPr>
            <a:spLocks noGrp="1"/>
          </p:cNvSpPr>
          <p:nvPr>
            <p:ph type="ftr" sz="quarter" idx="11"/>
          </p:nvPr>
        </p:nvSpPr>
        <p:spPr/>
        <p:txBody>
          <a:bodyPr/>
          <a:lstStyle>
            <a:lvl1pPr>
              <a:defRPr/>
            </a:lvl1pPr>
            <a:extLst/>
          </a:lstStyle>
          <a:p>
            <a:pPr>
              <a:defRPr/>
            </a:pPr>
            <a:endParaRPr lang="en-US"/>
          </a:p>
        </p:txBody>
      </p:sp>
      <p:sp>
        <p:nvSpPr>
          <p:cNvPr id="9" name="Slide Number Placeholder 6"/>
          <p:cNvSpPr>
            <a:spLocks noGrp="1"/>
          </p:cNvSpPr>
          <p:nvPr>
            <p:ph type="sldNum" sz="quarter" idx="12"/>
          </p:nvPr>
        </p:nvSpPr>
        <p:spPr/>
        <p:txBody>
          <a:bodyPr/>
          <a:lstStyle>
            <a:lvl1pPr>
              <a:defRPr/>
            </a:lvl1pPr>
            <a:extLst/>
          </a:lstStyle>
          <a:p>
            <a:pPr>
              <a:defRPr/>
            </a:pPr>
            <a:fld id="{3949DED2-B4AC-434F-9F4D-014F6B77120E}" type="slidenum">
              <a:rPr lang="en-US"/>
              <a:pPr>
                <a:defRPr/>
              </a:pPr>
              <a:t>‹#›</a:t>
            </a:fld>
            <a:endParaRPr lang="en-US"/>
          </a:p>
        </p:txBody>
      </p:sp>
    </p:spTree>
    <p:extLst>
      <p:ext uri="{BB962C8B-B14F-4D97-AF65-F5344CB8AC3E}">
        <p14:creationId xmlns:p14="http://schemas.microsoft.com/office/powerpoint/2010/main" xmlns="" val="4170415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endParaRPr lang="en-US"/>
          </a:p>
        </p:txBody>
      </p:sp>
      <p:sp>
        <p:nvSpPr>
          <p:cNvPr id="5" name="Footer Placeholder 1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C7FF8B0F-0BEC-4A8F-A512-969FB0405D6C}" type="slidenum">
              <a:rPr lang="en-US"/>
              <a:pPr>
                <a:defRPr/>
              </a:pPr>
              <a:t>‹#›</a:t>
            </a:fld>
            <a:endParaRPr lang="en-US"/>
          </a:p>
        </p:txBody>
      </p:sp>
    </p:spTree>
    <p:extLst>
      <p:ext uri="{BB962C8B-B14F-4D97-AF65-F5344CB8AC3E}">
        <p14:creationId xmlns:p14="http://schemas.microsoft.com/office/powerpoint/2010/main" xmlns="" val="19464399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endParaRPr lang="en-US"/>
          </a:p>
        </p:txBody>
      </p:sp>
      <p:sp>
        <p:nvSpPr>
          <p:cNvPr id="5" name="Footer Placeholder 1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ADEEDCAB-4D6A-4C07-9966-A438B9411FF9}" type="slidenum">
              <a:rPr lang="en-US"/>
              <a:pPr>
                <a:defRPr/>
              </a:pPr>
              <a:t>‹#›</a:t>
            </a:fld>
            <a:endParaRPr lang="en-US"/>
          </a:p>
        </p:txBody>
      </p:sp>
    </p:spTree>
    <p:extLst>
      <p:ext uri="{BB962C8B-B14F-4D97-AF65-F5344CB8AC3E}">
        <p14:creationId xmlns:p14="http://schemas.microsoft.com/office/powerpoint/2010/main" xmlns="" val="13902822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8"/>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96"/>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p:txBody>
          <a:bodyPr/>
          <a:lstStyle>
            <a:lvl1pPr>
              <a:defRPr/>
            </a:lvl1pPr>
          </a:lstStyle>
          <a:p>
            <a:pPr>
              <a:defRPr/>
            </a:pPr>
            <a:endParaRPr lang="en-US"/>
          </a:p>
        </p:txBody>
      </p:sp>
      <p:sp>
        <p:nvSpPr>
          <p:cNvPr id="7" name="Rectangle 5"/>
          <p:cNvSpPr>
            <a:spLocks noGrp="1" noChangeArrowheads="1"/>
          </p:cNvSpPr>
          <p:nvPr>
            <p:ph type="ftr" sz="quarter" idx="11"/>
          </p:nvPr>
        </p:nvSpPr>
        <p:spPr/>
        <p:txBody>
          <a:bodyPr/>
          <a:lstStyle>
            <a:lvl1pPr>
              <a:defRPr/>
            </a:lvl1pPr>
          </a:lstStyle>
          <a:p>
            <a:pPr>
              <a:defRPr/>
            </a:pPr>
            <a:endParaRPr lang="en-US"/>
          </a:p>
        </p:txBody>
      </p:sp>
      <p:sp>
        <p:nvSpPr>
          <p:cNvPr id="8" name="Rectangle 6"/>
          <p:cNvSpPr>
            <a:spLocks noGrp="1" noChangeArrowheads="1"/>
          </p:cNvSpPr>
          <p:nvPr>
            <p:ph type="sldNum" sz="quarter" idx="12"/>
          </p:nvPr>
        </p:nvSpPr>
        <p:spPr/>
        <p:txBody>
          <a:bodyPr/>
          <a:lstStyle>
            <a:lvl1pPr>
              <a:defRPr/>
            </a:lvl1pPr>
          </a:lstStyle>
          <a:p>
            <a:pPr>
              <a:defRPr/>
            </a:pPr>
            <a:fld id="{C4C63CB0-9EC9-4137-A47B-8DEADC918E03}" type="slidenum">
              <a:rPr lang="en-US"/>
              <a:pPr>
                <a:defRPr/>
              </a:pPr>
              <a:t>‹#›</a:t>
            </a:fld>
            <a:endParaRPr lang="en-US"/>
          </a:p>
        </p:txBody>
      </p:sp>
    </p:spTree>
    <p:extLst>
      <p:ext uri="{BB962C8B-B14F-4D97-AF65-F5344CB8AC3E}">
        <p14:creationId xmlns:p14="http://schemas.microsoft.com/office/powerpoint/2010/main" xmlns="" val="17560966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dgm">
  <p:cSld name="Başlık ve Diyagram veya Kuruluş Grafiği">
    <p:spTree>
      <p:nvGrpSpPr>
        <p:cNvPr id="1" name=""/>
        <p:cNvGrpSpPr/>
        <p:nvPr/>
      </p:nvGrpSpPr>
      <p:grpSpPr>
        <a:xfrm>
          <a:off x="0" y="0"/>
          <a:ext cx="0" cy="0"/>
          <a:chOff x="0" y="0"/>
          <a:chExt cx="0" cy="0"/>
        </a:xfrm>
      </p:grpSpPr>
      <p:sp>
        <p:nvSpPr>
          <p:cNvPr id="2" name="1 Başlık"/>
          <p:cNvSpPr>
            <a:spLocks noGrp="1"/>
          </p:cNvSpPr>
          <p:nvPr>
            <p:ph type="title"/>
          </p:nvPr>
        </p:nvSpPr>
        <p:spPr>
          <a:xfrm>
            <a:off x="931863" y="96838"/>
            <a:ext cx="7158037" cy="1412875"/>
          </a:xfrm>
        </p:spPr>
        <p:txBody>
          <a:bodyPr/>
          <a:lstStyle/>
          <a:p>
            <a:r>
              <a:rPr lang="tr-TR" smtClean="0"/>
              <a:t>Asıl başlık stili için tıklatın</a:t>
            </a:r>
            <a:endParaRPr lang="tr-TR"/>
          </a:p>
        </p:txBody>
      </p:sp>
      <p:sp>
        <p:nvSpPr>
          <p:cNvPr id="3" name="2 SmartArt Yer Tutucusu"/>
          <p:cNvSpPr>
            <a:spLocks noGrp="1"/>
          </p:cNvSpPr>
          <p:nvPr>
            <p:ph type="dgm" idx="1"/>
          </p:nvPr>
        </p:nvSpPr>
        <p:spPr>
          <a:xfrm>
            <a:off x="949325" y="1981200"/>
            <a:ext cx="7661275" cy="4114800"/>
          </a:xfrm>
        </p:spPr>
        <p:txBody>
          <a:bodyPr/>
          <a:lstStyle/>
          <a:p>
            <a:pPr lvl="0"/>
            <a:endParaRPr lang="tr-TR" noProof="0" smtClean="0"/>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8DE9ACC9-F6B3-4AE9-9D11-011049FE3EF7}" type="slidenum">
              <a:rPr lang="en-US"/>
              <a:pPr>
                <a:defRPr/>
              </a:pPr>
              <a:t>‹#›</a:t>
            </a:fld>
            <a:endParaRPr lang="en-US"/>
          </a:p>
        </p:txBody>
      </p:sp>
    </p:spTree>
    <p:extLst>
      <p:ext uri="{BB962C8B-B14F-4D97-AF65-F5344CB8AC3E}">
        <p14:creationId xmlns="" xmlns:p14="http://schemas.microsoft.com/office/powerpoint/2010/main" val="2155908565"/>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Başlık, Metin ve İçerik">
    <p:spTree>
      <p:nvGrpSpPr>
        <p:cNvPr id="1" name=""/>
        <p:cNvGrpSpPr/>
        <p:nvPr/>
      </p:nvGrpSpPr>
      <p:grpSpPr>
        <a:xfrm>
          <a:off x="0" y="0"/>
          <a:ext cx="0" cy="0"/>
          <a:chOff x="0" y="0"/>
          <a:chExt cx="0" cy="0"/>
        </a:xfrm>
      </p:grpSpPr>
      <p:sp>
        <p:nvSpPr>
          <p:cNvPr id="2" name="1 Başlık"/>
          <p:cNvSpPr>
            <a:spLocks noGrp="1"/>
          </p:cNvSpPr>
          <p:nvPr>
            <p:ph type="title"/>
          </p:nvPr>
        </p:nvSpPr>
        <p:spPr>
          <a:xfrm>
            <a:off x="931863" y="96838"/>
            <a:ext cx="7158037" cy="1412875"/>
          </a:xfrm>
        </p:spPr>
        <p:txBody>
          <a:bodyPr/>
          <a:lstStyle/>
          <a:p>
            <a:r>
              <a:rPr lang="tr-TR" smtClean="0"/>
              <a:t>Asıl başlık stili için tıklatın</a:t>
            </a:r>
            <a:endParaRPr lang="tr-TR"/>
          </a:p>
        </p:txBody>
      </p:sp>
      <p:sp>
        <p:nvSpPr>
          <p:cNvPr id="3" name="2 Metin Yer Tutucusu"/>
          <p:cNvSpPr>
            <a:spLocks noGrp="1"/>
          </p:cNvSpPr>
          <p:nvPr>
            <p:ph type="body" sz="half" idx="1"/>
          </p:nvPr>
        </p:nvSpPr>
        <p:spPr>
          <a:xfrm>
            <a:off x="949325" y="1981200"/>
            <a:ext cx="3754438" cy="4114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856163" y="1981200"/>
            <a:ext cx="3754437" cy="4114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14115953-F218-489A-AB92-4CF2311C8175}" type="slidenum">
              <a:rPr lang="en-US"/>
              <a:pPr>
                <a:defRPr/>
              </a:pPr>
              <a:t>‹#›</a:t>
            </a:fld>
            <a:endParaRPr lang="en-US"/>
          </a:p>
        </p:txBody>
      </p:sp>
    </p:spTree>
    <p:extLst>
      <p:ext uri="{BB962C8B-B14F-4D97-AF65-F5344CB8AC3E}">
        <p14:creationId xmlns="" xmlns:p14="http://schemas.microsoft.com/office/powerpoint/2010/main" val="3856822603"/>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10" name="Straight Connector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p>
        </p:txBody>
      </p:sp>
      <p:sp>
        <p:nvSpPr>
          <p:cNvPr id="11" name="Straight Connector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p>
        </p:txBody>
      </p:sp>
      <p:sp>
        <p:nvSpPr>
          <p:cNvPr id="12" name="Straight Connector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3" name="Straight Connector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p>
        </p:txBody>
      </p:sp>
      <p:sp>
        <p:nvSpPr>
          <p:cNvPr id="14" name="Straight Connector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5" name="Straight Connector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6"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17" name="Oval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18" name="Oval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19" name="Oval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20" name="Oval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21" name="Oval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smtClean="0"/>
              <a:t>Click to edit Master title style</a:t>
            </a:r>
            <a:endParaRPr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22" name="Date Placeholder 27"/>
          <p:cNvSpPr>
            <a:spLocks noGrp="1"/>
          </p:cNvSpPr>
          <p:nvPr>
            <p:ph type="dt" sz="half" idx="10"/>
          </p:nvPr>
        </p:nvSpPr>
        <p:spPr bwMode="auto">
          <a:xfrm rot="5400000">
            <a:off x="7764463" y="1174750"/>
            <a:ext cx="2286000" cy="381000"/>
          </a:xfrm>
        </p:spPr>
        <p:txBody>
          <a:bodyPr/>
          <a:lstStyle>
            <a:lvl1pPr>
              <a:defRPr/>
            </a:lvl1pPr>
          </a:lstStyle>
          <a:p>
            <a:pPr>
              <a:defRPr/>
            </a:pPr>
            <a:endParaRPr lang="en-US"/>
          </a:p>
        </p:txBody>
      </p:sp>
      <p:sp>
        <p:nvSpPr>
          <p:cNvPr id="23" name="Footer Placeholder 16"/>
          <p:cNvSpPr>
            <a:spLocks noGrp="1"/>
          </p:cNvSpPr>
          <p:nvPr>
            <p:ph type="ftr" sz="quarter" idx="11"/>
          </p:nvPr>
        </p:nvSpPr>
        <p:spPr bwMode="auto">
          <a:xfrm rot="5400000">
            <a:off x="7077076" y="4181475"/>
            <a:ext cx="3657600" cy="384175"/>
          </a:xfrm>
        </p:spPr>
        <p:txBody>
          <a:bodyPr/>
          <a:lstStyle>
            <a:lvl1pPr>
              <a:defRPr/>
            </a:lvl1pPr>
          </a:lstStyle>
          <a:p>
            <a:pPr>
              <a:defRPr/>
            </a:pPr>
            <a:endParaRPr lang="en-US"/>
          </a:p>
        </p:txBody>
      </p:sp>
      <p:sp>
        <p:nvSpPr>
          <p:cNvPr id="24" name="Slide Number Placeholder 28"/>
          <p:cNvSpPr>
            <a:spLocks noGrp="1"/>
          </p:cNvSpPr>
          <p:nvPr>
            <p:ph type="sldNum" sz="quarter" idx="12"/>
          </p:nvPr>
        </p:nvSpPr>
        <p:spPr bwMode="auto">
          <a:xfrm>
            <a:off x="1325563" y="4929188"/>
            <a:ext cx="609600" cy="517525"/>
          </a:xfrm>
        </p:spPr>
        <p:txBody>
          <a:bodyPr/>
          <a:lstStyle>
            <a:lvl1pPr>
              <a:defRPr/>
            </a:lvl1pPr>
          </a:lstStyle>
          <a:p>
            <a:pPr>
              <a:defRPr/>
            </a:pPr>
            <a:fld id="{DEC18F45-8723-4182-9465-58CD4D117958}" type="slidenum">
              <a:rPr lang="en-US"/>
              <a:pPr>
                <a:defRPr/>
              </a:pPr>
              <a:t>‹#›</a:t>
            </a:fld>
            <a:endParaRPr lang="en-US"/>
          </a:p>
        </p:txBody>
      </p:sp>
    </p:spTree>
    <p:extLst>
      <p:ext uri="{BB962C8B-B14F-4D97-AF65-F5344CB8AC3E}">
        <p14:creationId xmlns:p14="http://schemas.microsoft.com/office/powerpoint/2010/main" xmlns="" val="268738080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457200" y="1600200"/>
            <a:ext cx="7467600" cy="487375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p:txBody>
          <a:bodyPr rtlCol="0"/>
          <a:lstStyle>
            <a:lvl1pPr>
              <a:defRPr/>
            </a:lvl1pPr>
          </a:lstStyle>
          <a:p>
            <a:pPr>
              <a:defRPr/>
            </a:pPr>
            <a:endParaRPr lang="en-US"/>
          </a:p>
        </p:txBody>
      </p:sp>
      <p:sp>
        <p:nvSpPr>
          <p:cNvPr id="5" name="Slide Number Placeholder 8"/>
          <p:cNvSpPr>
            <a:spLocks noGrp="1"/>
          </p:cNvSpPr>
          <p:nvPr>
            <p:ph type="sldNum" sz="quarter" idx="11"/>
          </p:nvPr>
        </p:nvSpPr>
        <p:spPr/>
        <p:txBody>
          <a:bodyPr rtlCol="0"/>
          <a:lstStyle>
            <a:lvl1pPr>
              <a:defRPr/>
            </a:lvl1pPr>
          </a:lstStyle>
          <a:p>
            <a:pPr>
              <a:defRPr/>
            </a:pPr>
            <a:fld id="{A6EC634E-D824-4DEB-AE6F-419C5EFE6042}" type="slidenum">
              <a:rPr lang="en-US"/>
              <a:pPr>
                <a:defRPr/>
              </a:pPr>
              <a:t>‹#›</a:t>
            </a:fld>
            <a:endParaRPr lang="en-US"/>
          </a:p>
        </p:txBody>
      </p:sp>
      <p:sp>
        <p:nvSpPr>
          <p:cNvPr id="6" name="Footer Placeholder 9"/>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xmlns="" val="22528377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8" name="Straight Connector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p>
        </p:txBody>
      </p:sp>
      <p:sp>
        <p:nvSpPr>
          <p:cNvPr id="9" name="Straight Connector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p>
        </p:txBody>
      </p:sp>
      <p:sp>
        <p:nvSpPr>
          <p:cNvPr id="10" name="Straight Connector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1" name="Straight Connector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p>
        </p:txBody>
      </p:sp>
      <p:sp>
        <p:nvSpPr>
          <p:cNvPr id="12" name="Straight Connector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3" name="Rectangle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14" name="Oval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15" name="Oval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16" name="Oval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17" name="Oval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18" name="Oval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19" name="Straight Connector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smtClean="0"/>
              <a:t>Click to edit Master title style</a:t>
            </a:r>
            <a:endParaRPr lang="en-US"/>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20" name="Date Placeholder 3"/>
          <p:cNvSpPr>
            <a:spLocks noGrp="1"/>
          </p:cNvSpPr>
          <p:nvPr>
            <p:ph type="dt" sz="half" idx="10"/>
          </p:nvPr>
        </p:nvSpPr>
        <p:spPr bwMode="auto">
          <a:xfrm rot="5400000">
            <a:off x="7762875" y="1169988"/>
            <a:ext cx="2286000" cy="381000"/>
          </a:xfrm>
        </p:spPr>
        <p:txBody>
          <a:bodyPr/>
          <a:lstStyle>
            <a:lvl1pPr>
              <a:defRPr/>
            </a:lvl1pPr>
          </a:lstStyle>
          <a:p>
            <a:pPr>
              <a:defRPr/>
            </a:pPr>
            <a:endParaRPr lang="en-US"/>
          </a:p>
        </p:txBody>
      </p:sp>
      <p:sp>
        <p:nvSpPr>
          <p:cNvPr id="21" name="Footer Placeholder 4"/>
          <p:cNvSpPr>
            <a:spLocks noGrp="1"/>
          </p:cNvSpPr>
          <p:nvPr>
            <p:ph type="ftr" sz="quarter" idx="11"/>
          </p:nvPr>
        </p:nvSpPr>
        <p:spPr bwMode="auto">
          <a:xfrm rot="5400000">
            <a:off x="7077076" y="4178300"/>
            <a:ext cx="3657600" cy="384175"/>
          </a:xfrm>
        </p:spPr>
        <p:txBody>
          <a:bodyPr/>
          <a:lstStyle>
            <a:lvl1pPr>
              <a:defRPr/>
            </a:lvl1pPr>
          </a:lstStyle>
          <a:p>
            <a:pPr>
              <a:defRPr/>
            </a:pPr>
            <a:endParaRPr lang="en-US"/>
          </a:p>
        </p:txBody>
      </p:sp>
      <p:sp>
        <p:nvSpPr>
          <p:cNvPr id="22" name="Slide Number Placeholder 5"/>
          <p:cNvSpPr>
            <a:spLocks noGrp="1"/>
          </p:cNvSpPr>
          <p:nvPr>
            <p:ph type="sldNum" sz="quarter" idx="12"/>
          </p:nvPr>
        </p:nvSpPr>
        <p:spPr bwMode="auto">
          <a:xfrm>
            <a:off x="1339850" y="4929188"/>
            <a:ext cx="609600" cy="517525"/>
          </a:xfrm>
        </p:spPr>
        <p:txBody>
          <a:bodyPr/>
          <a:lstStyle>
            <a:lvl1pPr>
              <a:defRPr/>
            </a:lvl1pPr>
          </a:lstStyle>
          <a:p>
            <a:pPr>
              <a:defRPr/>
            </a:pPr>
            <a:fld id="{3E79BABF-2B75-4002-BBD4-9ADB9728C1EB}" type="slidenum">
              <a:rPr lang="en-US"/>
              <a:pPr>
                <a:defRPr/>
              </a:pPr>
              <a:t>‹#›</a:t>
            </a:fld>
            <a:endParaRPr lang="en-US"/>
          </a:p>
        </p:txBody>
      </p:sp>
    </p:spTree>
    <p:extLst>
      <p:ext uri="{BB962C8B-B14F-4D97-AF65-F5344CB8AC3E}">
        <p14:creationId xmlns:p14="http://schemas.microsoft.com/office/powerpoint/2010/main" xmlns="" val="4236103713"/>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457200" y="1600200"/>
            <a:ext cx="3657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270248" y="1600200"/>
            <a:ext cx="3657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283C14EA-0D84-4C1E-9869-A5394E041D02}" type="slidenum">
              <a:rPr lang="en-US"/>
              <a:pPr>
                <a:defRPr/>
              </a:pPr>
              <a:t>‹#›</a:t>
            </a:fld>
            <a:endParaRPr lang="en-US"/>
          </a:p>
        </p:txBody>
      </p:sp>
    </p:spTree>
    <p:extLst>
      <p:ext uri="{BB962C8B-B14F-4D97-AF65-F5344CB8AC3E}">
        <p14:creationId xmlns:p14="http://schemas.microsoft.com/office/powerpoint/2010/main" xmlns="" val="11062868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smtClean="0"/>
              <a:t>Click to edit Master title style</a:t>
            </a:r>
            <a:endParaRPr lang="en-US"/>
          </a:p>
        </p:txBody>
      </p:sp>
      <p:sp>
        <p:nvSpPr>
          <p:cNvPr id="11" name="Content Placeholder 10"/>
          <p:cNvSpPr>
            <a:spLocks noGrp="1"/>
          </p:cNvSpPr>
          <p:nvPr>
            <p:ph sz="quarter" idx="2"/>
          </p:nvPr>
        </p:nvSpPr>
        <p:spPr>
          <a:xfrm>
            <a:off x="457200" y="2362200"/>
            <a:ext cx="3657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371975" y="2362200"/>
            <a:ext cx="3657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smtClean="0"/>
              <a:t>Click to edit Master text styles</a:t>
            </a:r>
          </a:p>
        </p:txBody>
      </p:sp>
      <p:sp>
        <p:nvSpPr>
          <p:cNvPr id="7" name="Date Placeholder 13"/>
          <p:cNvSpPr>
            <a:spLocks noGrp="1"/>
          </p:cNvSpPr>
          <p:nvPr>
            <p:ph type="dt" sz="half" idx="10"/>
          </p:nvPr>
        </p:nvSpPr>
        <p:spPr/>
        <p:txBody>
          <a:bodyPr/>
          <a:lstStyle>
            <a:lvl1pPr>
              <a:defRPr/>
            </a:lvl1pPr>
          </a:lstStyle>
          <a:p>
            <a:pPr>
              <a:defRPr/>
            </a:pPr>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A6259FD3-1C04-4611-9123-E16DE3DA2AA0}" type="slidenum">
              <a:rPr lang="en-US"/>
              <a:pPr>
                <a:defRPr/>
              </a:pPr>
              <a:t>‹#›</a:t>
            </a:fld>
            <a:endParaRPr lang="en-US"/>
          </a:p>
        </p:txBody>
      </p:sp>
    </p:spTree>
    <p:extLst>
      <p:ext uri="{BB962C8B-B14F-4D97-AF65-F5344CB8AC3E}">
        <p14:creationId xmlns:p14="http://schemas.microsoft.com/office/powerpoint/2010/main" xmlns="" val="1226880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5"/>
          <p:cNvSpPr>
            <a:spLocks noGrp="1"/>
          </p:cNvSpPr>
          <p:nvPr>
            <p:ph type="dt" sz="half" idx="10"/>
          </p:nvPr>
        </p:nvSpPr>
        <p:spPr/>
        <p:txBody>
          <a:bodyPr rtlCol="0"/>
          <a:lstStyle>
            <a:lvl1pPr>
              <a:defRPr/>
            </a:lvl1pPr>
          </a:lstStyle>
          <a:p>
            <a:pPr>
              <a:defRPr/>
            </a:pPr>
            <a:endParaRPr lang="en-US"/>
          </a:p>
        </p:txBody>
      </p:sp>
      <p:sp>
        <p:nvSpPr>
          <p:cNvPr id="4" name="Slide Number Placeholder 6"/>
          <p:cNvSpPr>
            <a:spLocks noGrp="1"/>
          </p:cNvSpPr>
          <p:nvPr>
            <p:ph type="sldNum" sz="quarter" idx="11"/>
          </p:nvPr>
        </p:nvSpPr>
        <p:spPr/>
        <p:txBody>
          <a:bodyPr rtlCol="0"/>
          <a:lstStyle>
            <a:lvl1pPr>
              <a:defRPr/>
            </a:lvl1pPr>
          </a:lstStyle>
          <a:p>
            <a:pPr>
              <a:defRPr/>
            </a:pPr>
            <a:fld id="{5296D8CE-8BB7-4C53-B40A-2263BF38EC8A}" type="slidenum">
              <a:rPr lang="en-US"/>
              <a:pPr>
                <a:defRPr/>
              </a:pPr>
              <a:t>‹#›</a:t>
            </a:fld>
            <a:endParaRPr lang="en-US"/>
          </a:p>
        </p:txBody>
      </p:sp>
      <p:sp>
        <p:nvSpPr>
          <p:cNvPr id="5" name="Footer Placeholder 7"/>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xmlns="" val="15253557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pPr>
              <a:defRPr/>
            </a:pPr>
            <a:fld id="{EF642A28-9423-459B-8E8E-DE980996D767}" type="slidenum">
              <a:rPr lang="en-US"/>
              <a:pPr>
                <a:defRPr/>
              </a:pPr>
              <a:t>‹#›</a:t>
            </a:fld>
            <a:endParaRPr lang="en-US"/>
          </a:p>
        </p:txBody>
      </p:sp>
    </p:spTree>
    <p:extLst>
      <p:ext uri="{BB962C8B-B14F-4D97-AF65-F5344CB8AC3E}">
        <p14:creationId xmlns:p14="http://schemas.microsoft.com/office/powerpoint/2010/main" xmlns="" val="16256833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p>
        </p:txBody>
      </p:sp>
      <p:sp>
        <p:nvSpPr>
          <p:cNvPr id="6" name="Straight Connector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p>
        </p:txBody>
      </p:sp>
      <p:sp>
        <p:nvSpPr>
          <p:cNvPr id="7" name="Straight Connector 16"/>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 name="Straight Connector 17"/>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 name="Rectangle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10" name="Straight Connector 19"/>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 name="Oval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smtClean="0"/>
              <a:t>Click to edit Master title style</a:t>
            </a:r>
            <a:endParaRPr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Date Placeholder 20"/>
          <p:cNvSpPr>
            <a:spLocks noGrp="1"/>
          </p:cNvSpPr>
          <p:nvPr>
            <p:ph type="dt" sz="half" idx="10"/>
          </p:nvPr>
        </p:nvSpPr>
        <p:spPr/>
        <p:txBody>
          <a:bodyPr rtlCol="0"/>
          <a:lstStyle>
            <a:lvl1pPr>
              <a:defRPr/>
            </a:lvl1pPr>
          </a:lstStyle>
          <a:p>
            <a:pPr>
              <a:defRPr/>
            </a:pPr>
            <a:endParaRPr lang="en-US"/>
          </a:p>
        </p:txBody>
      </p:sp>
      <p:sp>
        <p:nvSpPr>
          <p:cNvPr id="13" name="Slide Number Placeholder 21"/>
          <p:cNvSpPr>
            <a:spLocks noGrp="1"/>
          </p:cNvSpPr>
          <p:nvPr>
            <p:ph type="sldNum" sz="quarter" idx="11"/>
          </p:nvPr>
        </p:nvSpPr>
        <p:spPr/>
        <p:txBody>
          <a:bodyPr rtlCol="0"/>
          <a:lstStyle>
            <a:lvl1pPr>
              <a:defRPr/>
            </a:lvl1pPr>
          </a:lstStyle>
          <a:p>
            <a:pPr>
              <a:defRPr/>
            </a:pPr>
            <a:fld id="{225F104E-024A-4DF3-B97E-E33E0BAE04B1}" type="slidenum">
              <a:rPr lang="en-US"/>
              <a:pPr>
                <a:defRPr/>
              </a:pPr>
              <a:t>‹#›</a:t>
            </a:fld>
            <a:endParaRPr lang="en-US"/>
          </a:p>
        </p:txBody>
      </p:sp>
      <p:sp>
        <p:nvSpPr>
          <p:cNvPr id="14" name="Footer Placeholder 22"/>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xmlns="" val="2155498639"/>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6" name="Oval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7" name="Straight Connector 16"/>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 name="Rectangle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9" name="Straight Connector 18"/>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 name="Straight Connector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p>
        </p:txBody>
      </p:sp>
      <p:sp>
        <p:nvSpPr>
          <p:cNvPr id="11" name="Straight Connector 20"/>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smtClean="0"/>
              <a:t>Click to edit Master text styles</a:t>
            </a:r>
          </a:p>
        </p:txBody>
      </p:sp>
      <p:sp>
        <p:nvSpPr>
          <p:cNvPr id="12" name="Date Placeholder 16"/>
          <p:cNvSpPr>
            <a:spLocks noGrp="1"/>
          </p:cNvSpPr>
          <p:nvPr>
            <p:ph type="dt" sz="half" idx="10"/>
          </p:nvPr>
        </p:nvSpPr>
        <p:spPr/>
        <p:txBody>
          <a:bodyPr rtlCol="0"/>
          <a:lstStyle>
            <a:lvl1pPr>
              <a:defRPr/>
            </a:lvl1pPr>
          </a:lstStyle>
          <a:p>
            <a:pPr>
              <a:defRPr/>
            </a:pPr>
            <a:endParaRPr lang="en-US"/>
          </a:p>
        </p:txBody>
      </p:sp>
      <p:sp>
        <p:nvSpPr>
          <p:cNvPr id="13" name="Slide Number Placeholder 17"/>
          <p:cNvSpPr>
            <a:spLocks noGrp="1"/>
          </p:cNvSpPr>
          <p:nvPr>
            <p:ph type="sldNum" sz="quarter" idx="11"/>
          </p:nvPr>
        </p:nvSpPr>
        <p:spPr/>
        <p:txBody>
          <a:bodyPr rtlCol="0"/>
          <a:lstStyle>
            <a:lvl1pPr>
              <a:defRPr/>
            </a:lvl1pPr>
          </a:lstStyle>
          <a:p>
            <a:pPr>
              <a:defRPr/>
            </a:pPr>
            <a:fld id="{283C07E4-B20A-444C-A9B6-4ECB1E80B7FA}" type="slidenum">
              <a:rPr lang="en-US"/>
              <a:pPr>
                <a:defRPr/>
              </a:pPr>
              <a:t>‹#›</a:t>
            </a:fld>
            <a:endParaRPr lang="en-US"/>
          </a:p>
        </p:txBody>
      </p:sp>
      <p:sp>
        <p:nvSpPr>
          <p:cNvPr id="14" name="Footer Placeholder 20"/>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xmlns="" val="18030163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044A8727-7155-4163-AE4A-450426F57E36}" type="slidenum">
              <a:rPr lang="en-US"/>
              <a:pPr>
                <a:defRPr/>
              </a:pPr>
              <a:t>‹#›</a:t>
            </a:fld>
            <a:endParaRPr lang="en-US"/>
          </a:p>
        </p:txBody>
      </p:sp>
    </p:spTree>
    <p:extLst>
      <p:ext uri="{BB962C8B-B14F-4D97-AF65-F5344CB8AC3E}">
        <p14:creationId xmlns:p14="http://schemas.microsoft.com/office/powerpoint/2010/main" xmlns="" val="2607402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F517C0E3-1BF8-434B-AE94-BE8F8AEA51A8}" type="slidenum">
              <a:rPr lang="en-US"/>
              <a:pPr>
                <a:defRPr/>
              </a:pPr>
              <a:t>‹#›</a:t>
            </a:fld>
            <a:endParaRPr lang="en-US"/>
          </a:p>
        </p:txBody>
      </p:sp>
    </p:spTree>
    <p:extLst>
      <p:ext uri="{BB962C8B-B14F-4D97-AF65-F5344CB8AC3E}">
        <p14:creationId xmlns:p14="http://schemas.microsoft.com/office/powerpoint/2010/main" xmlns="" val="42038790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smtClean="0"/>
              <a:t>Click to edit Master title style</a:t>
            </a:r>
            <a:endParaRPr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endParaRPr 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11" name="Slide Number Placeholder 28"/>
          <p:cNvSpPr>
            <a:spLocks noGrp="1"/>
          </p:cNvSpPr>
          <p:nvPr>
            <p:ph type="sldNum" sz="quarter" idx="12"/>
          </p:nvPr>
        </p:nvSpPr>
        <p:spPr>
          <a:xfrm>
            <a:off x="8001000" y="228600"/>
            <a:ext cx="838200" cy="381000"/>
          </a:xfrm>
        </p:spPr>
        <p:txBody>
          <a:bodyPr/>
          <a:lstStyle>
            <a:lvl1pPr>
              <a:defRPr smtClean="0">
                <a:solidFill>
                  <a:schemeClr val="tx2"/>
                </a:solidFill>
              </a:defRPr>
            </a:lvl1pPr>
          </a:lstStyle>
          <a:p>
            <a:pPr>
              <a:defRPr/>
            </a:pPr>
            <a:fld id="{1ECE374E-A3C4-45EF-ABF0-6A38070EDE5F}" type="slidenum">
              <a:rPr lang="en-US"/>
              <a:pPr>
                <a:defRPr/>
              </a:pPr>
              <a:t>‹#›</a:t>
            </a:fld>
            <a:endParaRPr lang="en-US"/>
          </a:p>
        </p:txBody>
      </p:sp>
    </p:spTree>
    <p:extLst>
      <p:ext uri="{BB962C8B-B14F-4D97-AF65-F5344CB8AC3E}">
        <p14:creationId xmlns:p14="http://schemas.microsoft.com/office/powerpoint/2010/main" xmlns="" val="2148534627"/>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smtClean="0"/>
              <a:t>Click to edit Master title style</a:t>
            </a:r>
            <a:endParaRPr lang="en-US"/>
          </a:p>
        </p:txBody>
      </p:sp>
      <p:sp>
        <p:nvSpPr>
          <p:cNvPr id="8" name="Content Placeholder 7"/>
          <p:cNvSpPr>
            <a:spLocks noGrp="1"/>
          </p:cNvSpPr>
          <p:nvPr>
            <p:ph sz="quarter" idx="1"/>
          </p:nvPr>
        </p:nvSpPr>
        <p:spPr>
          <a:xfrm>
            <a:off x="612648" y="1600200"/>
            <a:ext cx="81534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E08CCEE2-7000-4B4A-8A51-998F901018A5}" type="slidenum">
              <a:rPr lang="en-US"/>
              <a:pPr>
                <a:defRPr/>
              </a:pPr>
              <a:t>‹#›</a:t>
            </a:fld>
            <a:endParaRPr lang="en-US"/>
          </a:p>
        </p:txBody>
      </p:sp>
    </p:spTree>
    <p:extLst>
      <p:ext uri="{BB962C8B-B14F-4D97-AF65-F5344CB8AC3E}">
        <p14:creationId xmlns:p14="http://schemas.microsoft.com/office/powerpoint/2010/main" xmlns="" val="21069717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smtClean="0"/>
              <a:t>Click to edit Master title style</a:t>
            </a:r>
            <a:endParaRPr lang="en-US"/>
          </a:p>
        </p:txBody>
      </p:sp>
      <p:sp>
        <p:nvSpPr>
          <p:cNvPr id="7" name="Date Placeholder 11"/>
          <p:cNvSpPr>
            <a:spLocks noGrp="1"/>
          </p:cNvSpPr>
          <p:nvPr>
            <p:ph type="dt" sz="half" idx="10"/>
          </p:nvPr>
        </p:nvSpPr>
        <p:spPr/>
        <p:txBody>
          <a:bodyPr/>
          <a:lstStyle>
            <a:lvl1pPr>
              <a:defRPr/>
            </a:lvl1pPr>
          </a:lstStyle>
          <a:p>
            <a:pPr>
              <a:defRPr/>
            </a:pPr>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smtClean="0">
                <a:solidFill>
                  <a:srgbClr val="FFFFFF"/>
                </a:solidFill>
              </a:defRPr>
            </a:lvl1pPr>
          </a:lstStyle>
          <a:p>
            <a:pPr>
              <a:defRPr/>
            </a:pPr>
            <a:fld id="{9EE66C4C-BC99-4269-B0C3-1CB5284EC715}" type="slidenum">
              <a:rPr lang="en-US"/>
              <a:pPr>
                <a:defRPr/>
              </a:pPr>
              <a:t>‹#›</a:t>
            </a:fld>
            <a:endParaRPr lang="en-US"/>
          </a:p>
        </p:txBody>
      </p:sp>
      <p:sp>
        <p:nvSpPr>
          <p:cNvPr id="9" name="Footer Placeholder 13"/>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xmlns="" val="14202616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609600"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844901"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7"/>
          <p:cNvSpPr>
            <a:spLocks noGrp="1"/>
          </p:cNvSpPr>
          <p:nvPr>
            <p:ph type="dt" sz="half" idx="10"/>
          </p:nvPr>
        </p:nvSpPr>
        <p:spPr/>
        <p:txBody>
          <a:bodyPr rtlCol="0"/>
          <a:lstStyle>
            <a:lvl1pPr>
              <a:defRPr/>
            </a:lvl1pPr>
          </a:lstStyle>
          <a:p>
            <a:pPr>
              <a:defRPr/>
            </a:pPr>
            <a:endParaRPr lang="en-US"/>
          </a:p>
        </p:txBody>
      </p:sp>
      <p:sp>
        <p:nvSpPr>
          <p:cNvPr id="6" name="Slide Number Placeholder 9"/>
          <p:cNvSpPr>
            <a:spLocks noGrp="1"/>
          </p:cNvSpPr>
          <p:nvPr>
            <p:ph type="sldNum" sz="quarter" idx="11"/>
          </p:nvPr>
        </p:nvSpPr>
        <p:spPr/>
        <p:txBody>
          <a:bodyPr rtlCol="0"/>
          <a:lstStyle>
            <a:lvl1pPr>
              <a:defRPr/>
            </a:lvl1pPr>
          </a:lstStyle>
          <a:p>
            <a:pPr>
              <a:defRPr/>
            </a:pPr>
            <a:fld id="{3F08B9E2-4091-4D06-9381-A891C3E79BD1}" type="slidenum">
              <a:rPr lang="en-US"/>
              <a:pPr>
                <a:defRPr/>
              </a:pPr>
              <a:t>‹#›</a:t>
            </a:fld>
            <a:endParaRPr lang="en-US"/>
          </a:p>
        </p:txBody>
      </p:sp>
      <p:sp>
        <p:nvSpPr>
          <p:cNvPr id="7" name="Footer Placeholder 11"/>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xmlns="" val="40613663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smtClean="0"/>
              <a:t>Click to edit Master title style</a:t>
            </a:r>
            <a:endParaRPr lang="en-US"/>
          </a:p>
        </p:txBody>
      </p:sp>
      <p:sp>
        <p:nvSpPr>
          <p:cNvPr id="11" name="Content Placeholder 10"/>
          <p:cNvSpPr>
            <a:spLocks noGrp="1"/>
          </p:cNvSpPr>
          <p:nvPr>
            <p:ph sz="quarter" idx="2"/>
          </p:nvPr>
        </p:nvSpPr>
        <p:spPr>
          <a:xfrm>
            <a:off x="609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800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7" name="Date Placeholder 9"/>
          <p:cNvSpPr>
            <a:spLocks noGrp="1"/>
          </p:cNvSpPr>
          <p:nvPr>
            <p:ph type="dt" sz="half" idx="10"/>
          </p:nvPr>
        </p:nvSpPr>
        <p:spPr/>
        <p:txBody>
          <a:bodyPr rtlCol="0"/>
          <a:lstStyle>
            <a:lvl1pPr>
              <a:defRPr/>
            </a:lvl1pPr>
          </a:lstStyle>
          <a:p>
            <a:pPr>
              <a:defRPr/>
            </a:pPr>
            <a:endParaRPr lang="en-US"/>
          </a:p>
        </p:txBody>
      </p:sp>
      <p:sp>
        <p:nvSpPr>
          <p:cNvPr id="8" name="Slide Number Placeholder 11"/>
          <p:cNvSpPr>
            <a:spLocks noGrp="1"/>
          </p:cNvSpPr>
          <p:nvPr>
            <p:ph type="sldNum" sz="quarter" idx="11"/>
          </p:nvPr>
        </p:nvSpPr>
        <p:spPr/>
        <p:txBody>
          <a:bodyPr rtlCol="0"/>
          <a:lstStyle>
            <a:lvl1pPr>
              <a:defRPr/>
            </a:lvl1pPr>
          </a:lstStyle>
          <a:p>
            <a:pPr>
              <a:defRPr/>
            </a:pPr>
            <a:fld id="{230BA1B7-7B9A-4358-BAD8-55831F7A5F47}" type="slidenum">
              <a:rPr lang="en-US"/>
              <a:pPr>
                <a:defRPr/>
              </a:pPr>
              <a:t>‹#›</a:t>
            </a:fld>
            <a:endParaRPr lang="en-US"/>
          </a:p>
        </p:txBody>
      </p:sp>
      <p:sp>
        <p:nvSpPr>
          <p:cNvPr id="9" name="Footer Placeholder 13"/>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xmlns="" val="8091205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B8FF7C66-032E-4151-95A2-600A46967D6B}" type="slidenum">
              <a:rPr lang="en-US"/>
              <a:pPr>
                <a:defRPr/>
              </a:pPr>
              <a:t>‹#›</a:t>
            </a:fld>
            <a:endParaRPr lang="en-US"/>
          </a:p>
        </p:txBody>
      </p:sp>
    </p:spTree>
    <p:extLst>
      <p:ext uri="{BB962C8B-B14F-4D97-AF65-F5344CB8AC3E}">
        <p14:creationId xmlns:p14="http://schemas.microsoft.com/office/powerpoint/2010/main" xmlns="" val="35004552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smtClean="0">
                <a:solidFill>
                  <a:schemeClr val="tx2"/>
                </a:solidFill>
              </a:defRPr>
            </a:lvl1pPr>
          </a:lstStyle>
          <a:p>
            <a:pPr>
              <a:defRPr/>
            </a:pPr>
            <a:fld id="{C1D1C245-E6C9-4979-A099-0C4D5EBE4C50}" type="slidenum">
              <a:rPr lang="en-US"/>
              <a:pPr>
                <a:defRPr/>
              </a:pPr>
              <a:t>‹#›</a:t>
            </a:fld>
            <a:endParaRPr lang="en-US"/>
          </a:p>
        </p:txBody>
      </p:sp>
    </p:spTree>
    <p:extLst>
      <p:ext uri="{BB962C8B-B14F-4D97-AF65-F5344CB8AC3E}">
        <p14:creationId xmlns:p14="http://schemas.microsoft.com/office/powerpoint/2010/main" xmlns="" val="8260448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smtClean="0"/>
              <a:t>Click to edit Master title style</a:t>
            </a:r>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C53C4F32-2FB4-40A6-BC83-85233FF6602D}" type="slidenum">
              <a:rPr lang="en-US"/>
              <a:pPr>
                <a:defRPr/>
              </a:pPr>
              <a:t>‹#›</a:t>
            </a:fld>
            <a:endParaRPr lang="en-US"/>
          </a:p>
        </p:txBody>
      </p:sp>
    </p:spTree>
    <p:extLst>
      <p:ext uri="{BB962C8B-B14F-4D97-AF65-F5344CB8AC3E}">
        <p14:creationId xmlns:p14="http://schemas.microsoft.com/office/powerpoint/2010/main" xmlns="" val="28561526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smtClean="0"/>
            </a:lvl1pPr>
          </a:lstStyle>
          <a:p>
            <a:pPr>
              <a:defRPr/>
            </a:pPr>
            <a:fld id="{30FCCCF0-99A6-4CBB-9399-FB5B99595DBB}" type="slidenum">
              <a:rPr lang="en-US"/>
              <a:pPr>
                <a:defRPr/>
              </a:pPr>
              <a:t>‹#›</a:t>
            </a:fld>
            <a:endParaRPr 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endParaRPr lang="en-US"/>
          </a:p>
        </p:txBody>
      </p:sp>
    </p:spTree>
    <p:extLst>
      <p:ext uri="{BB962C8B-B14F-4D97-AF65-F5344CB8AC3E}">
        <p14:creationId xmlns:p14="http://schemas.microsoft.com/office/powerpoint/2010/main" xmlns="" val="4239066485"/>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25CEF8CF-7D74-4267-99CF-0D0E3FA6F6CF}" type="slidenum">
              <a:rPr lang="en-US"/>
              <a:pPr>
                <a:defRPr/>
              </a:pPr>
              <a:t>‹#›</a:t>
            </a:fld>
            <a:endParaRPr lang="en-US"/>
          </a:p>
        </p:txBody>
      </p:sp>
    </p:spTree>
    <p:extLst>
      <p:ext uri="{BB962C8B-B14F-4D97-AF65-F5344CB8AC3E}">
        <p14:creationId xmlns:p14="http://schemas.microsoft.com/office/powerpoint/2010/main" xmlns="" val="33235824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A4B95906-EE59-4358-A42C-2C05F3D2B487}" type="slidenum">
              <a:rPr lang="en-US"/>
              <a:pPr>
                <a:defRPr/>
              </a:pPr>
              <a:t>‹#›</a:t>
            </a:fld>
            <a:endParaRPr lang="en-US"/>
          </a:p>
        </p:txBody>
      </p:sp>
    </p:spTree>
    <p:extLst>
      <p:ext uri="{BB962C8B-B14F-4D97-AF65-F5344CB8AC3E}">
        <p14:creationId xmlns:p14="http://schemas.microsoft.com/office/powerpoint/2010/main" xmlns="" val="382567835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13" name="Title Placeholder 12"/>
          <p:cNvSpPr>
            <a:spLocks noGrp="1"/>
          </p:cNvSpPr>
          <p:nvPr>
            <p:ph type="title"/>
          </p:nvPr>
        </p:nvSpPr>
        <p:spPr>
          <a:xfrm>
            <a:off x="503238" y="4986338"/>
            <a:ext cx="8183562" cy="1050925"/>
          </a:xfrm>
          <a:prstGeom prst="rect">
            <a:avLst/>
          </a:prstGeom>
        </p:spPr>
        <p:txBody>
          <a:bodyPr vert="horz" anchor="b">
            <a:normAutofit/>
          </a:bodyPr>
          <a:lstStyle>
            <a:extLst/>
          </a:lstStyle>
          <a:p>
            <a:r>
              <a:rPr lang="en-US" smtClean="0"/>
              <a:t>Click to edit Master title style</a:t>
            </a:r>
            <a:endParaRPr lang="en-US"/>
          </a:p>
        </p:txBody>
      </p:sp>
      <p:sp>
        <p:nvSpPr>
          <p:cNvPr id="3079" name="Text Placeholder 3"/>
          <p:cNvSpPr>
            <a:spLocks noGrp="1"/>
          </p:cNvSpPr>
          <p:nvPr>
            <p:ph type="body" idx="1"/>
          </p:nvPr>
        </p:nvSpPr>
        <p:spPr bwMode="auto">
          <a:xfrm>
            <a:off x="503238" y="530225"/>
            <a:ext cx="8183562" cy="4187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82880" tIns="9144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5" name="Date Placeholder 24"/>
          <p:cNvSpPr>
            <a:spLocks noGrp="1"/>
          </p:cNvSpPr>
          <p:nvPr>
            <p:ph type="dt" sz="half" idx="2"/>
          </p:nvPr>
        </p:nvSpPr>
        <p:spPr>
          <a:xfrm>
            <a:off x="3776663"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endParaRPr lang="en-US"/>
          </a:p>
        </p:txBody>
      </p:sp>
      <p:sp>
        <p:nvSpPr>
          <p:cNvPr id="18" name="Footer Placeholder 17"/>
          <p:cNvSpPr>
            <a:spLocks noGrp="1"/>
          </p:cNvSpPr>
          <p:nvPr>
            <p:ph type="ftr" sz="quarter" idx="3"/>
          </p:nvPr>
        </p:nvSpPr>
        <p:spPr>
          <a:xfrm>
            <a:off x="6062663"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pPr>
              <a:defRPr/>
            </a:pPr>
            <a:endParaRPr lang="en-US"/>
          </a:p>
        </p:txBody>
      </p:sp>
      <p:sp>
        <p:nvSpPr>
          <p:cNvPr id="5" name="Slide Number Placeholder 4"/>
          <p:cNvSpPr>
            <a:spLocks noGrp="1"/>
          </p:cNvSpPr>
          <p:nvPr>
            <p:ph type="sldNum" sz="quarter" idx="4"/>
          </p:nvPr>
        </p:nvSpPr>
        <p:spPr>
          <a:xfrm>
            <a:off x="8348663"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fld id="{36E7D5C1-909B-4E81-9985-BDC0C69F4D8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5561" r:id="rId1"/>
    <p:sldLayoutId id="2147485504" r:id="rId2"/>
    <p:sldLayoutId id="2147485562" r:id="rId3"/>
    <p:sldLayoutId id="2147485505" r:id="rId4"/>
    <p:sldLayoutId id="2147485506" r:id="rId5"/>
    <p:sldLayoutId id="2147485507" r:id="rId6"/>
    <p:sldLayoutId id="2147485563" r:id="rId7"/>
    <p:sldLayoutId id="2147485508" r:id="rId8"/>
    <p:sldLayoutId id="2147485564" r:id="rId9"/>
    <p:sldLayoutId id="2147485509" r:id="rId10"/>
    <p:sldLayoutId id="2147485510" r:id="rId11"/>
  </p:sldLayoutIdLst>
  <p:hf hdr="0" ftr="0" dt="0"/>
  <p:txStyles>
    <p:title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p:titleStyle>
    <p:bodyStyle>
      <a:lvl1pPr marL="265113" indent="-265113" algn="l" rtl="0" eaLnBrk="0" fontAlgn="base" hangingPunct="0">
        <a:spcBef>
          <a:spcPts val="250"/>
        </a:spcBef>
        <a:spcAft>
          <a:spcPct val="0"/>
        </a:spcAft>
        <a:buClr>
          <a:schemeClr val="accent1"/>
        </a:buClr>
        <a:buSzPct val="80000"/>
        <a:buFont typeface="Wingdings 2"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8613"/>
            <a:ext cx="8532813"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defRPr/>
            </a:pPr>
            <a:endParaRPr lang="en-US"/>
          </a:p>
        </p:txBody>
      </p:sp>
      <p:sp>
        <p:nvSpPr>
          <p:cNvPr id="13" name="Title Placeholder 12"/>
          <p:cNvSpPr>
            <a:spLocks noGrp="1"/>
          </p:cNvSpPr>
          <p:nvPr>
            <p:ph type="title"/>
          </p:nvPr>
        </p:nvSpPr>
        <p:spPr>
          <a:xfrm>
            <a:off x="503238" y="4986338"/>
            <a:ext cx="8183562" cy="1050925"/>
          </a:xfrm>
          <a:prstGeom prst="rect">
            <a:avLst/>
          </a:prstGeom>
        </p:spPr>
        <p:txBody>
          <a:bodyPr vert="horz" anchor="b">
            <a:normAutofit/>
          </a:bodyPr>
          <a:lstStyle>
            <a:extLst/>
          </a:lstStyle>
          <a:p>
            <a:r>
              <a:rPr lang="en-US" smtClean="0"/>
              <a:t>Click to edit Master title style</a:t>
            </a:r>
            <a:endParaRPr lang="en-US"/>
          </a:p>
        </p:txBody>
      </p:sp>
      <p:sp>
        <p:nvSpPr>
          <p:cNvPr id="4103" name="Text Placeholder 3"/>
          <p:cNvSpPr>
            <a:spLocks noGrp="1"/>
          </p:cNvSpPr>
          <p:nvPr>
            <p:ph type="body" idx="1"/>
          </p:nvPr>
        </p:nvSpPr>
        <p:spPr bwMode="auto">
          <a:xfrm>
            <a:off x="503238" y="530225"/>
            <a:ext cx="8183562" cy="4187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82880" tIns="9144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5" name="Date Placeholder 24"/>
          <p:cNvSpPr>
            <a:spLocks noGrp="1"/>
          </p:cNvSpPr>
          <p:nvPr>
            <p:ph type="dt" sz="half" idx="2"/>
          </p:nvPr>
        </p:nvSpPr>
        <p:spPr>
          <a:xfrm>
            <a:off x="3776663"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endParaRPr lang="en-US"/>
          </a:p>
        </p:txBody>
      </p:sp>
      <p:sp>
        <p:nvSpPr>
          <p:cNvPr id="18" name="Footer Placeholder 17"/>
          <p:cNvSpPr>
            <a:spLocks noGrp="1"/>
          </p:cNvSpPr>
          <p:nvPr>
            <p:ph type="ftr" sz="quarter" idx="3"/>
          </p:nvPr>
        </p:nvSpPr>
        <p:spPr>
          <a:xfrm>
            <a:off x="6062663"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pPr>
              <a:defRPr/>
            </a:pPr>
            <a:endParaRPr lang="en-US"/>
          </a:p>
        </p:txBody>
      </p:sp>
      <p:sp>
        <p:nvSpPr>
          <p:cNvPr id="5" name="Slide Number Placeholder 4"/>
          <p:cNvSpPr>
            <a:spLocks noGrp="1"/>
          </p:cNvSpPr>
          <p:nvPr>
            <p:ph type="sldNum" sz="quarter" idx="4"/>
          </p:nvPr>
        </p:nvSpPr>
        <p:spPr>
          <a:xfrm>
            <a:off x="8348663"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fld id="{9167C52F-26E0-4AB9-B99E-9E4F7CFD5A1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5565" r:id="rId1"/>
    <p:sldLayoutId id="2147485511" r:id="rId2"/>
    <p:sldLayoutId id="2147485566" r:id="rId3"/>
    <p:sldLayoutId id="2147485512" r:id="rId4"/>
    <p:sldLayoutId id="2147485513" r:id="rId5"/>
    <p:sldLayoutId id="2147485514" r:id="rId6"/>
    <p:sldLayoutId id="2147485567" r:id="rId7"/>
    <p:sldLayoutId id="2147485515" r:id="rId8"/>
    <p:sldLayoutId id="2147485568" r:id="rId9"/>
    <p:sldLayoutId id="2147485516" r:id="rId10"/>
    <p:sldLayoutId id="2147485517" r:id="rId11"/>
    <p:sldLayoutId id="2147485614" r:id="rId12"/>
    <p:sldLayoutId id="2147485615" r:id="rId13"/>
    <p:sldLayoutId id="2147485616" r:id="rId14"/>
  </p:sldLayoutIdLst>
  <p:hf hdr="0" ftr="0" dt="0"/>
  <p:txStyles>
    <p:title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mj-cs"/>
        </a:defRPr>
      </a:lvl1pPr>
      <a:lvl2pPr algn="l" rtl="0" eaLnBrk="0" fontAlgn="base" hangingPunct="0">
        <a:spcBef>
          <a:spcPct val="0"/>
        </a:spcBef>
        <a:spcAft>
          <a:spcPct val="0"/>
        </a:spcAft>
        <a:defRPr sz="3600" b="1">
          <a:solidFill>
            <a:srgbClr val="FF8D3E"/>
          </a:solidFill>
          <a:latin typeface="Verdana" pitchFamily="34" charset="0"/>
        </a:defRPr>
      </a:lvl2pPr>
      <a:lvl3pPr algn="l" rtl="0" eaLnBrk="0" fontAlgn="base" hangingPunct="0">
        <a:spcBef>
          <a:spcPct val="0"/>
        </a:spcBef>
        <a:spcAft>
          <a:spcPct val="0"/>
        </a:spcAft>
        <a:defRPr sz="3600" b="1">
          <a:solidFill>
            <a:srgbClr val="FF8D3E"/>
          </a:solidFill>
          <a:latin typeface="Verdana" pitchFamily="34" charset="0"/>
        </a:defRPr>
      </a:lvl3pPr>
      <a:lvl4pPr algn="l" rtl="0" eaLnBrk="0" fontAlgn="base" hangingPunct="0">
        <a:spcBef>
          <a:spcPct val="0"/>
        </a:spcBef>
        <a:spcAft>
          <a:spcPct val="0"/>
        </a:spcAft>
        <a:defRPr sz="3600" b="1">
          <a:solidFill>
            <a:srgbClr val="FF8D3E"/>
          </a:solidFill>
          <a:latin typeface="Verdana" pitchFamily="34" charset="0"/>
        </a:defRPr>
      </a:lvl4pPr>
      <a:lvl5pPr algn="l" rtl="0" eaLnBrk="0" fontAlgn="base" hangingPunct="0">
        <a:spcBef>
          <a:spcPct val="0"/>
        </a:spcBef>
        <a:spcAft>
          <a:spcPct val="0"/>
        </a:spcAft>
        <a:defRPr sz="3600" b="1">
          <a:solidFill>
            <a:srgbClr val="FF8D3E"/>
          </a:solidFill>
          <a:latin typeface="Verdana" pitchFamily="34" charset="0"/>
        </a:defRPr>
      </a:lvl5pPr>
      <a:lvl6pPr marL="457200" algn="l" rtl="0" fontAlgn="base">
        <a:spcBef>
          <a:spcPct val="0"/>
        </a:spcBef>
        <a:spcAft>
          <a:spcPct val="0"/>
        </a:spcAft>
        <a:defRPr sz="3600" b="1">
          <a:solidFill>
            <a:srgbClr val="FF8D3E"/>
          </a:solidFill>
          <a:latin typeface="Verdana" pitchFamily="34" charset="0"/>
        </a:defRPr>
      </a:lvl6pPr>
      <a:lvl7pPr marL="914400" algn="l" rtl="0" fontAlgn="base">
        <a:spcBef>
          <a:spcPct val="0"/>
        </a:spcBef>
        <a:spcAft>
          <a:spcPct val="0"/>
        </a:spcAft>
        <a:defRPr sz="3600" b="1">
          <a:solidFill>
            <a:srgbClr val="FF8D3E"/>
          </a:solidFill>
          <a:latin typeface="Verdana" pitchFamily="34" charset="0"/>
        </a:defRPr>
      </a:lvl7pPr>
      <a:lvl8pPr marL="1371600" algn="l" rtl="0" fontAlgn="base">
        <a:spcBef>
          <a:spcPct val="0"/>
        </a:spcBef>
        <a:spcAft>
          <a:spcPct val="0"/>
        </a:spcAft>
        <a:defRPr sz="3600" b="1">
          <a:solidFill>
            <a:srgbClr val="FF8D3E"/>
          </a:solidFill>
          <a:latin typeface="Verdana" pitchFamily="34" charset="0"/>
        </a:defRPr>
      </a:lvl8pPr>
      <a:lvl9pPr marL="1828800" algn="l" rtl="0" fontAlgn="base">
        <a:spcBef>
          <a:spcPct val="0"/>
        </a:spcBef>
        <a:spcAft>
          <a:spcPct val="0"/>
        </a:spcAft>
        <a:defRPr sz="3600" b="1">
          <a:solidFill>
            <a:srgbClr val="FF8D3E"/>
          </a:solidFill>
          <a:latin typeface="Verdana" pitchFamily="34" charset="0"/>
        </a:defRPr>
      </a:lvl9pPr>
      <a:extLst/>
    </p:titleStyle>
    <p:bodyStyle>
      <a:lvl1pPr marL="265113" indent="-265113" algn="l" rtl="0" eaLnBrk="0" fontAlgn="base" hangingPunct="0">
        <a:spcBef>
          <a:spcPts val="250"/>
        </a:spcBef>
        <a:spcAft>
          <a:spcPct val="0"/>
        </a:spcAft>
        <a:buClr>
          <a:schemeClr val="accent1"/>
        </a:buClr>
        <a:buSzPct val="80000"/>
        <a:buFont typeface="Wingdings 2" pitchFamily="18" charset="2"/>
        <a:buChar char=""/>
        <a:defRPr sz="2800" kern="1200">
          <a:solidFill>
            <a:schemeClr val="tx1"/>
          </a:solidFill>
          <a:latin typeface="+mn-lt"/>
          <a:ea typeface="+mn-ea"/>
          <a:cs typeface="+mn-cs"/>
        </a:defRPr>
      </a:lvl1pPr>
      <a:lvl2pPr marL="547688" indent="-200025" algn="l" rtl="0" eaLnBrk="0" fontAlgn="base" hangingPunct="0">
        <a:spcBef>
          <a:spcPts val="250"/>
        </a:spcBef>
        <a:spcAft>
          <a:spcPct val="0"/>
        </a:spcAft>
        <a:buClr>
          <a:schemeClr val="accent1"/>
        </a:buClr>
        <a:buSzPct val="100000"/>
        <a:buFont typeface="Verdana" pitchFamily="34" charset="0"/>
        <a:buChar char="◦"/>
        <a:defRPr sz="2400" kern="1200">
          <a:solidFill>
            <a:schemeClr val="tx1"/>
          </a:solidFill>
          <a:latin typeface="+mn-lt"/>
          <a:ea typeface="+mn-ea"/>
          <a:cs typeface="+mn-cs"/>
        </a:defRPr>
      </a:lvl2pPr>
      <a:lvl3pPr marL="785813" indent="-182563" algn="l" rtl="0" eaLnBrk="0" fontAlgn="base" hangingPunct="0">
        <a:spcBef>
          <a:spcPts val="250"/>
        </a:spcBef>
        <a:spcAft>
          <a:spcPct val="0"/>
        </a:spcAft>
        <a:buClr>
          <a:srgbClr val="ED3742"/>
        </a:buClr>
        <a:buSzPct val="100000"/>
        <a:buFont typeface="Wingdings 2" pitchFamily="18" charset="2"/>
        <a:buChar char=""/>
        <a:defRPr sz="2200" kern="1200">
          <a:solidFill>
            <a:schemeClr val="tx1"/>
          </a:solidFill>
          <a:latin typeface="+mn-lt"/>
          <a:ea typeface="+mn-ea"/>
          <a:cs typeface="+mn-cs"/>
        </a:defRPr>
      </a:lvl3pPr>
      <a:lvl4pPr marL="1023938" indent="-182563" algn="l" rtl="0" eaLnBrk="0" fontAlgn="base" hangingPunct="0">
        <a:spcBef>
          <a:spcPts val="225"/>
        </a:spcBef>
        <a:spcAft>
          <a:spcPct val="0"/>
        </a:spcAft>
        <a:buClr>
          <a:srgbClr val="ED3742"/>
        </a:buClr>
        <a:buSzPct val="112000"/>
        <a:buFont typeface="Verdana" pitchFamily="34" charset="0"/>
        <a:buChar char="◦"/>
        <a:defRPr sz="1900" kern="1200">
          <a:solidFill>
            <a:schemeClr val="tx1"/>
          </a:solidFill>
          <a:latin typeface="+mn-lt"/>
          <a:ea typeface="+mn-ea"/>
          <a:cs typeface="+mn-cs"/>
        </a:defRPr>
      </a:lvl4pPr>
      <a:lvl5pPr marL="1279525" indent="-182563" algn="l" rtl="0" eaLnBrk="0" fontAlgn="base" hangingPunct="0">
        <a:spcBef>
          <a:spcPts val="250"/>
        </a:spcBef>
        <a:spcAft>
          <a:spcPct val="0"/>
        </a:spcAft>
        <a:buClr>
          <a:srgbClr val="4A85BF"/>
        </a:buClr>
        <a:buSzPct val="100000"/>
        <a:buFont typeface="Wingdings 2" pitchFamily="18" charset="2"/>
        <a:buChar char=""/>
        <a:defRPr sz="20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smtClean="0"/>
              <a:t>Click to edit Master title style</a:t>
            </a:r>
            <a:endParaRPr lang="en-US"/>
          </a:p>
        </p:txBody>
      </p:sp>
      <p:sp>
        <p:nvSpPr>
          <p:cNvPr id="10244" name="Text Placeholder 12"/>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defRPr>
            </a:lvl1pPr>
          </a:lstStyle>
          <a:p>
            <a:pPr>
              <a:defRPr/>
            </a:pPr>
            <a:endParaRPr lang="en-US"/>
          </a:p>
        </p:txBody>
      </p:sp>
      <p:sp>
        <p:nvSpPr>
          <p:cNvPr id="3" name="Footer Placehold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0248" name="Straight Connector 8"/>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10250" name="Straight Connector 10"/>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 name="Oval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dirty="0"/>
          </a:p>
        </p:txBody>
      </p:sp>
      <p:sp>
        <p:nvSpPr>
          <p:cNvPr id="23" name="Slide Number Placehold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a:solidFill>
                  <a:srgbClr val="FFFFFF"/>
                </a:solidFill>
              </a:defRPr>
            </a:lvl1pPr>
          </a:lstStyle>
          <a:p>
            <a:pPr>
              <a:defRPr/>
            </a:pPr>
            <a:fld id="{B0F5C3C6-4D59-4C8F-8744-50D76C13AE3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5597" r:id="rId1"/>
    <p:sldLayoutId id="2147485598" r:id="rId2"/>
    <p:sldLayoutId id="2147485599" r:id="rId3"/>
    <p:sldLayoutId id="2147485552" r:id="rId4"/>
    <p:sldLayoutId id="2147485553" r:id="rId5"/>
    <p:sldLayoutId id="2147485600" r:id="rId6"/>
    <p:sldLayoutId id="2147485554" r:id="rId7"/>
    <p:sldLayoutId id="2147485601" r:id="rId8"/>
    <p:sldLayoutId id="2147485602" r:id="rId9"/>
    <p:sldLayoutId id="2147485555" r:id="rId10"/>
    <p:sldLayoutId id="2147485556" r:id="rId11"/>
  </p:sldLayoutIdLst>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266" name="Title Placeholder 21"/>
          <p:cNvSpPr>
            <a:spLocks noGrp="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1267" name="Text Placeholder 12"/>
          <p:cNvSpPr>
            <a:spLocks noGrp="1"/>
          </p:cNvSpPr>
          <p:nvPr>
            <p:ph type="body" idx="1"/>
          </p:nvPr>
        </p:nvSpPr>
        <p:spPr bwMode="auto">
          <a:xfrm>
            <a:off x="612775" y="1600200"/>
            <a:ext cx="81534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smtClean="0">
                <a:solidFill>
                  <a:srgbClr val="FFFFFF"/>
                </a:solidFill>
              </a:defRPr>
            </a:lvl1pPr>
          </a:lstStyle>
          <a:p>
            <a:pPr>
              <a:defRPr/>
            </a:pPr>
            <a:fld id="{C9D172CD-75C5-431C-BF88-3C8AA243AFD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5607" r:id="rId1"/>
    <p:sldLayoutId id="2147485557" r:id="rId2"/>
    <p:sldLayoutId id="2147485608" r:id="rId3"/>
    <p:sldLayoutId id="2147485609" r:id="rId4"/>
    <p:sldLayoutId id="2147485610" r:id="rId5"/>
    <p:sldLayoutId id="2147485558" r:id="rId6"/>
    <p:sldLayoutId id="2147485611" r:id="rId7"/>
    <p:sldLayoutId id="2147485559" r:id="rId8"/>
    <p:sldLayoutId id="2147485612" r:id="rId9"/>
    <p:sldLayoutId id="2147485560" r:id="rId10"/>
    <p:sldLayoutId id="2147485613" r:id="rId11"/>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w Cen MT" pitchFamily="34" charset="0"/>
        </a:defRPr>
      </a:lvl2pPr>
      <a:lvl3pPr algn="l" rtl="0" fontAlgn="base">
        <a:spcBef>
          <a:spcPct val="0"/>
        </a:spcBef>
        <a:spcAft>
          <a:spcPct val="0"/>
        </a:spcAft>
        <a:defRPr sz="4400">
          <a:solidFill>
            <a:schemeClr val="tx2"/>
          </a:solidFill>
          <a:latin typeface="Tw Cen MT" pitchFamily="34" charset="0"/>
        </a:defRPr>
      </a:lvl3pPr>
      <a:lvl4pPr algn="l" rtl="0" fontAlgn="base">
        <a:spcBef>
          <a:spcPct val="0"/>
        </a:spcBef>
        <a:spcAft>
          <a:spcPct val="0"/>
        </a:spcAft>
        <a:defRPr sz="4400">
          <a:solidFill>
            <a:schemeClr val="tx2"/>
          </a:solidFill>
          <a:latin typeface="Tw Cen MT" pitchFamily="34" charset="0"/>
        </a:defRPr>
      </a:lvl4pPr>
      <a:lvl5pPr algn="l" rtl="0" fontAlgn="base">
        <a:spcBef>
          <a:spcPct val="0"/>
        </a:spcBef>
        <a:spcAft>
          <a:spcPct val="0"/>
        </a:spcAft>
        <a:defRPr sz="4400">
          <a:solidFill>
            <a:schemeClr val="tx2"/>
          </a:solidFill>
          <a:latin typeface="Tw Cen MT" pitchFamily="34" charset="0"/>
        </a:defRPr>
      </a:lvl5pPr>
      <a:lvl6pPr marL="457200" algn="l" rtl="0" fontAlgn="base">
        <a:spcBef>
          <a:spcPct val="0"/>
        </a:spcBef>
        <a:spcAft>
          <a:spcPct val="0"/>
        </a:spcAft>
        <a:defRPr sz="4400">
          <a:solidFill>
            <a:schemeClr val="tx2"/>
          </a:solidFill>
          <a:latin typeface="Tw Cen MT" pitchFamily="34" charset="0"/>
        </a:defRPr>
      </a:lvl6pPr>
      <a:lvl7pPr marL="914400" algn="l" rtl="0" fontAlgn="base">
        <a:spcBef>
          <a:spcPct val="0"/>
        </a:spcBef>
        <a:spcAft>
          <a:spcPct val="0"/>
        </a:spcAft>
        <a:defRPr sz="4400">
          <a:solidFill>
            <a:schemeClr val="tx2"/>
          </a:solidFill>
          <a:latin typeface="Tw Cen MT" pitchFamily="34" charset="0"/>
        </a:defRPr>
      </a:lvl7pPr>
      <a:lvl8pPr marL="1371600" algn="l" rtl="0" fontAlgn="base">
        <a:spcBef>
          <a:spcPct val="0"/>
        </a:spcBef>
        <a:spcAft>
          <a:spcPct val="0"/>
        </a:spcAft>
        <a:defRPr sz="4400">
          <a:solidFill>
            <a:schemeClr val="tx2"/>
          </a:solidFill>
          <a:latin typeface="Tw Cen MT" pitchFamily="34" charset="0"/>
        </a:defRPr>
      </a:lvl8pPr>
      <a:lvl9pPr marL="1828800" algn="l" rtl="0" fontAlgn="base">
        <a:spcBef>
          <a:spcPct val="0"/>
        </a:spcBef>
        <a:spcAft>
          <a:spcPct val="0"/>
        </a:spcAft>
        <a:defRPr sz="4400">
          <a:solidFill>
            <a:schemeClr val="tx2"/>
          </a:solidFill>
          <a:latin typeface="Tw Cen MT" pitchFamily="34" charset="0"/>
        </a:defRPr>
      </a:lvl9pPr>
    </p:titleStyle>
    <p:bodyStyle>
      <a:lvl1pPr marL="319088" indent="-319088" algn="l" rtl="0" fontAlgn="base">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18.xml"/><Relationship Id="rId5" Type="http://schemas.openxmlformats.org/officeDocument/2006/relationships/image" Target="../media/image12.wmf"/><Relationship Id="rId4" Type="http://schemas.openxmlformats.org/officeDocument/2006/relationships/image" Target="../media/image11.wmf"/></Relationships>
</file>

<file path=ppt/slides/_rels/slide1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8.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18.xml"/><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gif"/><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gif"/><Relationship Id="rId1" Type="http://schemas.openxmlformats.org/officeDocument/2006/relationships/slideLayout" Target="../slideLayouts/slideLayout18.xml"/><Relationship Id="rId4" Type="http://schemas.openxmlformats.org/officeDocument/2006/relationships/image" Target="../media/image30.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gemsociety.org/article/optics-gemology/" TargetMode="Externa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hyperlink" Target="http://www-history.mcs.st-and.ac.uk/PictDisplay/Schonflies.html" TargetMode="External"/><Relationship Id="rId1" Type="http://schemas.openxmlformats.org/officeDocument/2006/relationships/slideLayout" Target="../slideLayouts/slideLayout18.xml"/><Relationship Id="rId5" Type="http://schemas.openxmlformats.org/officeDocument/2006/relationships/image" Target="../media/image43.jpeg"/><Relationship Id="rId4" Type="http://schemas.openxmlformats.org/officeDocument/2006/relationships/hyperlink" Target="http://en.wikipedia.org/wiki/File:Jewgraf_Stepanowitsch_Fjodorow.jpg"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hyperphysics.phy-astr.gsu.edu/hbase/ems3.html" TargetMode="External"/><Relationship Id="rId1" Type="http://schemas.openxmlformats.org/officeDocument/2006/relationships/slideLayout" Target="../slideLayouts/slideLayout18.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18.xml"/><Relationship Id="rId4" Type="http://schemas.openxmlformats.org/officeDocument/2006/relationships/image" Target="../media/image48.jpeg"/></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diagramData" Target="../diagrams/data1.xml"/><Relationship Id="rId7" Type="http://schemas.openxmlformats.org/officeDocument/2006/relationships/hyperlink" Target="http://www.alaskanessences.com/gembig/Pyrite.jpg" TargetMode="External"/><Relationship Id="rId2" Type="http://schemas.openxmlformats.org/officeDocument/2006/relationships/image" Target="../media/image52.png"/><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54.png"/></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8.xml"/><Relationship Id="rId4" Type="http://schemas.openxmlformats.org/officeDocument/2006/relationships/image" Target="../media/image57.png"/></Relationships>
</file>

<file path=ppt/slides/_rels/slide5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hyperlink" Target="http://images.google.com/imgres?imgurl=http://www.therubberband.info/images/index.jpg&amp;imgrefurl=http://www.therubberband.info/&amp;h=405&amp;w=405&amp;sz=50&amp;hl=en&amp;start=11&amp;tbnid=DN1TlMYqBkecJM:&amp;tbnh=124&amp;tbnw=124&amp;prev=/images?q=rubber&amp;gbv=2&amp;svnum=10&amp;hl=en&amp;safe=active" TargetMode="External"/><Relationship Id="rId1" Type="http://schemas.openxmlformats.org/officeDocument/2006/relationships/slideLayout" Target="../slideLayouts/slideLayout18.xml"/><Relationship Id="rId5" Type="http://schemas.openxmlformats.org/officeDocument/2006/relationships/image" Target="../media/image59.jpeg"/><Relationship Id="rId4" Type="http://schemas.openxmlformats.org/officeDocument/2006/relationships/hyperlink" Target="http://images.google.com/imgres?imgurl=http://130.94.23.9/wigi/thumb2.php?f=Candle_with_burnt_wick.jpg&amp;w=250&amp;imgrefurl=http://www.bookrags.com/Amorphous_solid&amp;h=337&amp;w=250&amp;sz=22&amp;hl=en&amp;start=10&amp;tbnid=cbW_RF0TVwXH5M:&amp;tbnh=119&amp;tbnw=88&amp;prev=/images?q=Amorphous+solids&amp;gbv=2&amp;svnum=10&amp;hl=en&amp;safe=active"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hyperlink" Target="http://images.google.com/imgres?imgurl=http://upload.wikimedia.org/wikipedia/commons/thumb/d/d8/Copper_sulfate.jpg/585px-Copper_sulfate.jpg&amp;imgrefurl=http://commons.wikimedia.org/wiki/Image:Copper_sulfate.jpg&amp;h=599&amp;w=585&amp;sz=46&amp;hl=en&amp;start=2&amp;tbnid=gmr0JGJTsrqlpM:&amp;tbnh=135&amp;tbnw=132&amp;prev=/images?q=copper+sulfate&amp;gbv=2&amp;svnum=10&amp;hl=en&amp;safe=active" TargetMode="Externa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62.png"/><Relationship Id="rId5" Type="http://schemas.openxmlformats.org/officeDocument/2006/relationships/image" Target="../media/image61.jpeg"/><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3" Type="http://schemas.openxmlformats.org/officeDocument/2006/relationships/hyperlink" Target="http://weblog.burningbird.net/fires/001936.htm" TargetMode="External"/><Relationship Id="rId2" Type="http://schemas.openxmlformats.org/officeDocument/2006/relationships/image" Target="../media/image63.png"/><Relationship Id="rId1" Type="http://schemas.openxmlformats.org/officeDocument/2006/relationships/slideLayout" Target="../slideLayouts/slideLayout23.xml"/><Relationship Id="rId5" Type="http://schemas.openxmlformats.org/officeDocument/2006/relationships/image" Target="../media/image65.png"/><Relationship Id="rId4" Type="http://schemas.openxmlformats.org/officeDocument/2006/relationships/image" Target="../media/image64.jpeg"/></Relationships>
</file>

<file path=ppt/slides/_rels/slide60.xml.rels><?xml version="1.0" encoding="UTF-8" standalone="yes"?>
<Relationships xmlns="http://schemas.openxmlformats.org/package/2006/relationships"><Relationship Id="rId3" Type="http://schemas.openxmlformats.org/officeDocument/2006/relationships/hyperlink" Target="http://www.alaskanessences.com/gembig/Pyrite.jpg" TargetMode="External"/><Relationship Id="rId2" Type="http://schemas.openxmlformats.org/officeDocument/2006/relationships/image" Target="../media/image63.png"/><Relationship Id="rId1" Type="http://schemas.openxmlformats.org/officeDocument/2006/relationships/slideLayout" Target="../slideLayouts/slideLayout23.xml"/><Relationship Id="rId5" Type="http://schemas.openxmlformats.org/officeDocument/2006/relationships/image" Target="../media/image66.png"/><Relationship Id="rId4" Type="http://schemas.openxmlformats.org/officeDocument/2006/relationships/image" Target="../media/image53.jpeg"/></Relationships>
</file>

<file path=ppt/slides/_rels/slide6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4.png"/><Relationship Id="rId1" Type="http://schemas.openxmlformats.org/officeDocument/2006/relationships/slideLayout" Target="../slideLayouts/slideLayout25.xml"/><Relationship Id="rId4" Type="http://schemas.openxmlformats.org/officeDocument/2006/relationships/image" Target="../media/image6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hyperlink" Target="http://images.google.com/imgres?imgurl=http://www.galleries.com/minerals/elements/copper/copper.jpg&amp;imgrefurl=http://www.galleries.com/minerals/elements/copper/copper.htm&amp;h=240&amp;w=320&amp;sz=12&amp;hl=en&amp;start=4&amp;tbnid=4bqrIWtBy6LpeM:&amp;tbnh=89&amp;tbnw=118&amp;prev=/images?q=copper&amp;gbv=2&amp;svnum=10&amp;hl=en&amp;safe=active" TargetMode="External"/><Relationship Id="rId1" Type="http://schemas.openxmlformats.org/officeDocument/2006/relationships/slideLayout" Target="../slideLayouts/slideLayout23.xml"/><Relationship Id="rId5" Type="http://schemas.openxmlformats.org/officeDocument/2006/relationships/image" Target="../media/image70.jpeg"/><Relationship Id="rId4" Type="http://schemas.openxmlformats.org/officeDocument/2006/relationships/hyperlink" Target="http://images.google.com/imgres?imgurl=http://www.weddingflowersandmore.com/images/supplies8/wire-aluminum.JPG&amp;imgrefurl=http://www.weddingflowersandmore.com/supplies-wirenovelty.html&amp;h=250&amp;w=236&amp;sz=11&amp;hl=en&amp;start=4&amp;tbnid=fGT2t2UiIU3NvM:&amp;tbnh=111&amp;tbnw=105&amp;prev=/images?q=aluminum&amp;gbv=2&amp;svnum=10&amp;hl=en&amp;safe=active"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jpe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hyperlink" Target="http://images.google.com/imgres?imgurl=http://www.galleries.com/minerals/gemstone/rose_qua/rose_qua.jpg&amp;imgrefurl=http://www.galleries.com/minerals/gemstone/rose_qua/rose_qua.htm&amp;h=240&amp;w=320&amp;sz=16&amp;hl=en&amp;start=3&amp;tbnid=5glTA_eFKm9r4M:&amp;tbnh=89&amp;tbnw=118&amp;prev=/images?q=quartz&amp;gbv=2&amp;svnum=10&amp;hl=en&amp;safe=active" TargetMode="External"/><Relationship Id="rId1" Type="http://schemas.openxmlformats.org/officeDocument/2006/relationships/slideLayout" Target="../slideLayouts/slideLayout23.xml"/><Relationship Id="rId5" Type="http://schemas.openxmlformats.org/officeDocument/2006/relationships/image" Target="../media/image74.jpeg"/><Relationship Id="rId4" Type="http://schemas.openxmlformats.org/officeDocument/2006/relationships/hyperlink" Target="http://images.google.com/imgres?imgurl=http://www.diamond-experts.com/images/giant6caratdiamond.jpg&amp;imgrefurl=http://www.diamond-experts.com/&amp;h=584&amp;w=611&amp;sz=37&amp;hl=en&amp;start=15&amp;tbnid=7PXbwa0pC6GSvM:&amp;tbnh=130&amp;tbnw=136&amp;prev=/images?q=diamond&amp;gbv=2&amp;svnum=10&amp;hl=en&amp;safe=active"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hyperlink" Target="http://images.google.com/imgres?imgurl=http://www.dlc.fi/~marianna/gourmet/pic/s_cube_w.jpg&amp;imgrefurl=http://www.dlc.fi/~marianna/gourmet/i_sugars.htm&amp;h=170&amp;w=170&amp;sz=4&amp;hl=en&amp;start=36&amp;tbnid=lgAwCxD7fYPIcM:&amp;tbnh=99&amp;tbnw=99&amp;prev=/images?q=sugar+cube&amp;start=20&amp;gbv=2&amp;ndsp=20&amp;svnum=10&amp;hl=en&amp;safe=active&amp;sa=N" TargetMode="External"/><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81000" y="152400"/>
            <a:ext cx="8534400" cy="1143000"/>
          </a:xfrm>
        </p:spPr>
        <p:txBody>
          <a:bodyPr>
            <a:normAutofit fontScale="90000"/>
          </a:bodyPr>
          <a:lstStyle/>
          <a:p>
            <a:pPr algn="ctr" fontAlgn="auto">
              <a:spcAft>
                <a:spcPts val="0"/>
              </a:spcAft>
              <a:defRPr/>
            </a:pPr>
            <a:r>
              <a:rPr lang="en-US" dirty="0" smtClean="0">
                <a:solidFill>
                  <a:schemeClr val="folHlink"/>
                </a:solidFill>
              </a:rPr>
              <a:t>X-ray Diffraction and Structure of Solids</a:t>
            </a:r>
          </a:p>
        </p:txBody>
      </p:sp>
      <p:sp>
        <p:nvSpPr>
          <p:cNvPr id="4" name="Slide Number Placeholder 3"/>
          <p:cNvSpPr>
            <a:spLocks noGrp="1"/>
          </p:cNvSpPr>
          <p:nvPr>
            <p:ph type="sldNum" sz="quarter" idx="12"/>
          </p:nvPr>
        </p:nvSpPr>
        <p:spPr/>
        <p:txBody>
          <a:bodyPr>
            <a:normAutofit fontScale="85000" lnSpcReduction="20000"/>
          </a:bodyPr>
          <a:lstStyle/>
          <a:p>
            <a:pPr>
              <a:defRPr/>
            </a:pPr>
            <a:fld id="{A151B0ED-8AE5-415E-8529-DD9161BB6874}" type="slidenum">
              <a:rPr lang="en-US"/>
              <a:pPr>
                <a:defRPr/>
              </a:pPr>
              <a:t>1</a:t>
            </a:fld>
            <a:endParaRPr lang="en-US"/>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81000" y="-76200"/>
            <a:ext cx="8229600" cy="1143000"/>
          </a:xfrm>
        </p:spPr>
        <p:txBody>
          <a:bodyPr/>
          <a:lstStyle/>
          <a:p>
            <a:pPr algn="ctr" eaLnBrk="1" fontAlgn="auto" hangingPunct="1">
              <a:spcAft>
                <a:spcPts val="0"/>
              </a:spcAft>
              <a:defRPr/>
            </a:pPr>
            <a:r>
              <a:rPr lang="en-US" u="sng" dirty="0" smtClean="0">
                <a:solidFill>
                  <a:schemeClr val="folHlink"/>
                </a:solidFill>
              </a:rPr>
              <a:t>Course Goals</a:t>
            </a:r>
          </a:p>
        </p:txBody>
      </p:sp>
      <p:sp>
        <p:nvSpPr>
          <p:cNvPr id="67587" name="Slide Number Placeholder 3"/>
          <p:cNvSpPr>
            <a:spLocks noGrp="1"/>
          </p:cNvSpPr>
          <p:nvPr>
            <p:ph type="sldNum" sz="quarter" idx="1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DE535D6F-00CC-4C21-8ADD-4716429798F4}" type="slidenum">
              <a:rPr lang="en-US" smtClean="0">
                <a:solidFill>
                  <a:srgbClr val="FFFFFF"/>
                </a:solidFill>
              </a:rPr>
              <a:pPr eaLnBrk="1" hangingPunct="1"/>
              <a:t>2</a:t>
            </a:fld>
            <a:endParaRPr lang="en-US" smtClean="0">
              <a:solidFill>
                <a:srgbClr val="FFFFFF"/>
              </a:solidFill>
            </a:endParaRPr>
          </a:p>
        </p:txBody>
      </p:sp>
      <p:sp>
        <p:nvSpPr>
          <p:cNvPr id="9" name="Rectangle 8"/>
          <p:cNvSpPr/>
          <p:nvPr/>
        </p:nvSpPr>
        <p:spPr>
          <a:xfrm>
            <a:off x="457200" y="1295400"/>
            <a:ext cx="8077200" cy="1292662"/>
          </a:xfrm>
          <a:prstGeom prst="rect">
            <a:avLst/>
          </a:prstGeom>
        </p:spPr>
        <p:txBody>
          <a:bodyPr>
            <a:spAutoFit/>
          </a:bodyPr>
          <a:lstStyle/>
          <a:p>
            <a:pPr marL="282575" indent="-282575" algn="just">
              <a:spcBef>
                <a:spcPct val="50000"/>
              </a:spcBef>
              <a:buClr>
                <a:srgbClr val="C00000"/>
              </a:buClr>
              <a:buFont typeface="Wingdings" pitchFamily="2" charset="2"/>
              <a:buChar char="v"/>
              <a:defRPr/>
            </a:pPr>
            <a:r>
              <a:rPr lang="en-US" sz="2400" dirty="0">
                <a:ln w="1905"/>
                <a:solidFill>
                  <a:srgbClr val="0070C0"/>
                </a:solidFill>
                <a:effectLst>
                  <a:innerShdw blurRad="69850" dist="43180" dir="5400000">
                    <a:srgbClr val="000000">
                      <a:alpha val="65000"/>
                    </a:srgbClr>
                  </a:innerShdw>
                </a:effectLst>
                <a:latin typeface="Arial Black" pitchFamily="34" charset="0"/>
              </a:rPr>
              <a:t> </a:t>
            </a:r>
            <a:r>
              <a:rPr lang="en-US" sz="2400" dirty="0">
                <a:ln w="1905"/>
                <a:solidFill>
                  <a:srgbClr val="7030A0"/>
                </a:solidFill>
                <a:effectLst>
                  <a:innerShdw blurRad="69850" dist="43180" dir="5400000">
                    <a:srgbClr val="000000">
                      <a:alpha val="65000"/>
                    </a:srgbClr>
                  </a:innerShdw>
                </a:effectLst>
                <a:latin typeface="Arial Black" pitchFamily="34" charset="0"/>
              </a:rPr>
              <a:t>To develop an understanding of basic crystallographic concepts</a:t>
            </a:r>
          </a:p>
          <a:p>
            <a:pPr marL="282575" indent="-282575" algn="just">
              <a:spcBef>
                <a:spcPct val="50000"/>
              </a:spcBef>
              <a:defRPr/>
            </a:pPr>
            <a:r>
              <a:rPr lang="en-US" sz="2000" dirty="0"/>
              <a:t>	</a:t>
            </a:r>
            <a:r>
              <a:rPr lang="en-US" dirty="0">
                <a:solidFill>
                  <a:srgbClr val="CC0000"/>
                </a:solidFill>
              </a:rPr>
              <a:t>-Helpful for determining a crystal structure on our own</a:t>
            </a:r>
            <a:endParaRPr lang="en-US" b="1" dirty="0">
              <a:ln w="1905"/>
              <a:solidFill>
                <a:srgbClr val="CC0000"/>
              </a:solidFill>
              <a:effectLst>
                <a:innerShdw blurRad="69850" dist="43180" dir="5400000">
                  <a:srgbClr val="000000">
                    <a:alpha val="65000"/>
                  </a:srgbClr>
                </a:innerShdw>
              </a:effectLst>
              <a:latin typeface="Arial Black" pitchFamily="34" charset="0"/>
            </a:endParaRPr>
          </a:p>
        </p:txBody>
      </p:sp>
      <p:sp>
        <p:nvSpPr>
          <p:cNvPr id="10" name="Rectangle 9"/>
          <p:cNvSpPr/>
          <p:nvPr/>
        </p:nvSpPr>
        <p:spPr>
          <a:xfrm>
            <a:off x="457200" y="2676942"/>
            <a:ext cx="8077200" cy="1384995"/>
          </a:xfrm>
          <a:prstGeom prst="rect">
            <a:avLst/>
          </a:prstGeom>
        </p:spPr>
        <p:txBody>
          <a:bodyPr>
            <a:spAutoFit/>
          </a:bodyPr>
          <a:lstStyle/>
          <a:p>
            <a:pPr marL="282575" indent="-282575" algn="just">
              <a:spcBef>
                <a:spcPct val="50000"/>
              </a:spcBef>
              <a:buClr>
                <a:srgbClr val="C00000"/>
              </a:buClr>
              <a:buFont typeface="Wingdings" pitchFamily="2" charset="2"/>
              <a:buChar char="v"/>
              <a:defRPr/>
            </a:pPr>
            <a:r>
              <a:rPr lang="en-US" sz="2400" b="1" dirty="0">
                <a:ln w="1905"/>
                <a:solidFill>
                  <a:srgbClr val="7030A0"/>
                </a:solidFill>
                <a:effectLst>
                  <a:innerShdw blurRad="69850" dist="43180" dir="5400000">
                    <a:srgbClr val="000000">
                      <a:alpha val="65000"/>
                    </a:srgbClr>
                  </a:innerShdw>
                </a:effectLst>
                <a:latin typeface="Arial Black" pitchFamily="34" charset="0"/>
              </a:rPr>
              <a:t> To be able to interpret the crystallographic data in publications</a:t>
            </a:r>
          </a:p>
          <a:p>
            <a:pPr marL="282575" indent="-282575" algn="just">
              <a:spcBef>
                <a:spcPct val="50000"/>
              </a:spcBef>
              <a:defRPr/>
            </a:pPr>
            <a:r>
              <a:rPr lang="en-US" sz="2400" dirty="0">
                <a:solidFill>
                  <a:srgbClr val="7030A0"/>
                </a:solidFill>
              </a:rPr>
              <a:t>	</a:t>
            </a:r>
            <a:r>
              <a:rPr lang="en-US" sz="2400" dirty="0">
                <a:solidFill>
                  <a:srgbClr val="CC0000"/>
                </a:solidFill>
              </a:rPr>
              <a:t>-</a:t>
            </a:r>
            <a:r>
              <a:rPr lang="en-US" dirty="0">
                <a:solidFill>
                  <a:srgbClr val="CC0000"/>
                </a:solidFill>
              </a:rPr>
              <a:t>What do the data mean?</a:t>
            </a:r>
            <a:endParaRPr lang="en-US" b="1" dirty="0">
              <a:ln w="1905"/>
              <a:solidFill>
                <a:srgbClr val="CC0000"/>
              </a:solidFill>
              <a:effectLst>
                <a:innerShdw blurRad="69850" dist="43180" dir="5400000">
                  <a:srgbClr val="000000">
                    <a:alpha val="65000"/>
                  </a:srgbClr>
                </a:innerShdw>
              </a:effectLst>
              <a:latin typeface="Arial Black" pitchFamily="34" charset="0"/>
            </a:endParaRPr>
          </a:p>
        </p:txBody>
      </p:sp>
      <p:sp>
        <p:nvSpPr>
          <p:cNvPr id="11" name="Rectangle 10"/>
          <p:cNvSpPr/>
          <p:nvPr/>
        </p:nvSpPr>
        <p:spPr>
          <a:xfrm>
            <a:off x="457200" y="4191000"/>
            <a:ext cx="8229600" cy="1892826"/>
          </a:xfrm>
          <a:prstGeom prst="rect">
            <a:avLst/>
          </a:prstGeom>
        </p:spPr>
        <p:txBody>
          <a:bodyPr>
            <a:spAutoFit/>
          </a:bodyPr>
          <a:lstStyle/>
          <a:p>
            <a:pPr marL="282575" indent="-282575" algn="just">
              <a:spcBef>
                <a:spcPct val="50000"/>
              </a:spcBef>
              <a:buClr>
                <a:srgbClr val="C00000"/>
              </a:buClr>
              <a:buFont typeface="Wingdings" pitchFamily="2" charset="2"/>
              <a:buChar char="v"/>
              <a:defRPr/>
            </a:pPr>
            <a:r>
              <a:rPr lang="en-US" sz="2400" b="1" dirty="0">
                <a:ln w="1905"/>
                <a:solidFill>
                  <a:srgbClr val="7030A0"/>
                </a:solidFill>
                <a:effectLst>
                  <a:innerShdw blurRad="69850" dist="43180" dir="5400000">
                    <a:srgbClr val="000000">
                      <a:alpha val="65000"/>
                    </a:srgbClr>
                  </a:innerShdw>
                </a:effectLst>
                <a:latin typeface="Arial Black" pitchFamily="34" charset="0"/>
              </a:rPr>
              <a:t> To gain an appreciation of the steps involved in a crystal structure determination</a:t>
            </a:r>
          </a:p>
          <a:p>
            <a:pPr marL="282575" indent="-282575" algn="just">
              <a:spcBef>
                <a:spcPct val="50000"/>
              </a:spcBef>
              <a:defRPr/>
            </a:pPr>
            <a:r>
              <a:rPr lang="en-US" sz="1600" dirty="0">
                <a:solidFill>
                  <a:srgbClr val="7030A0"/>
                </a:solidFill>
              </a:rPr>
              <a:t>	</a:t>
            </a:r>
            <a:r>
              <a:rPr lang="en-US" dirty="0">
                <a:solidFill>
                  <a:srgbClr val="CC0000"/>
                </a:solidFill>
              </a:rPr>
              <a:t>-Enables you to interact with the “black box” if default settings don’t lead to a solution</a:t>
            </a:r>
          </a:p>
          <a:p>
            <a:pPr algn="just">
              <a:spcBef>
                <a:spcPct val="50000"/>
              </a:spcBef>
              <a:defRPr/>
            </a:pPr>
            <a:endParaRPr lang="en-US" sz="1600" b="1" dirty="0">
              <a:ln w="1905"/>
              <a:solidFill>
                <a:srgbClr val="7030A0"/>
              </a:solidFill>
              <a:effectLst>
                <a:innerShdw blurRad="69850" dist="43180" dir="5400000">
                  <a:srgbClr val="000000">
                    <a:alpha val="65000"/>
                  </a:srgbClr>
                </a:innerShdw>
              </a:effectLst>
              <a:latin typeface="Arial Black"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914400" y="501650"/>
            <a:ext cx="6781800" cy="646331"/>
          </a:xfrm>
          <a:prstGeom prst="rect">
            <a:avLst/>
          </a:prstGeom>
          <a:noFill/>
          <a:ln w="9525">
            <a:noFill/>
            <a:miter lim="800000"/>
            <a:headEnd/>
            <a:tailEnd/>
          </a:ln>
        </p:spPr>
        <p:txBody>
          <a:bodyPr>
            <a:spAutoFit/>
          </a:bodyPr>
          <a:lstStyle/>
          <a:p>
            <a:pPr algn="l">
              <a:spcBef>
                <a:spcPct val="50000"/>
              </a:spcBef>
              <a:defRPr/>
            </a:pPr>
            <a:r>
              <a:rPr lang="en-US" sz="3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So our objectives are……</a:t>
            </a:r>
          </a:p>
        </p:txBody>
      </p:sp>
      <p:sp>
        <p:nvSpPr>
          <p:cNvPr id="5" name="Slide Number Placeholder 4"/>
          <p:cNvSpPr>
            <a:spLocks noGrp="1"/>
          </p:cNvSpPr>
          <p:nvPr>
            <p:ph type="sldNum" sz="quarter" idx="12"/>
          </p:nvPr>
        </p:nvSpPr>
        <p:spPr/>
        <p:txBody>
          <a:bodyPr/>
          <a:lstStyle/>
          <a:p>
            <a:pPr>
              <a:defRPr/>
            </a:pPr>
            <a:fld id="{AD156204-9D5B-4991-AB7C-B99DC9D32BDF}" type="slidenum">
              <a:rPr lang="en-US" smtClean="0"/>
              <a:pPr>
                <a:defRPr/>
              </a:pPr>
              <a:t>3</a:t>
            </a:fld>
            <a:endParaRPr lang="en-US"/>
          </a:p>
        </p:txBody>
      </p:sp>
      <p:sp>
        <p:nvSpPr>
          <p:cNvPr id="6" name="Rectangle 6"/>
          <p:cNvSpPr txBox="1">
            <a:spLocks noChangeArrowheads="1"/>
          </p:cNvSpPr>
          <p:nvPr/>
        </p:nvSpPr>
        <p:spPr>
          <a:xfrm>
            <a:off x="533400" y="1447800"/>
            <a:ext cx="7696200" cy="4953000"/>
          </a:xfrm>
          <a:prstGeom prst="rect">
            <a:avLst/>
          </a:prstGeom>
        </p:spPr>
        <p:txBody>
          <a:bodyPr/>
          <a:lstStyle/>
          <a:p>
            <a:pPr marL="533400" indent="-533400" algn="just">
              <a:spcBef>
                <a:spcPct val="125000"/>
              </a:spcBef>
              <a:buClr>
                <a:srgbClr val="000066"/>
              </a:buClr>
              <a:buSzPct val="125000"/>
              <a:buFont typeface="Wingdings" pitchFamily="2" charset="2"/>
              <a:buChar char="v"/>
              <a:defRPr/>
            </a:pPr>
            <a:r>
              <a:rPr lang="en-US" sz="2400" b="1" dirty="0">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scaled="0"/>
                </a:gradFill>
                <a:latin typeface="Arial Black" pitchFamily="34" charset="0"/>
                <a:cs typeface="Times New Roman" pitchFamily="18" charset="0"/>
              </a:rPr>
              <a:t>To understand the principles governing the build up of crystal, types of unit cells and modes of packing.</a:t>
            </a:r>
          </a:p>
          <a:p>
            <a:pPr marL="533400" indent="-533400" algn="just">
              <a:spcBef>
                <a:spcPct val="125000"/>
              </a:spcBef>
              <a:buClr>
                <a:srgbClr val="000066"/>
              </a:buClr>
              <a:buSzPct val="125000"/>
              <a:buFont typeface="Wingdings" pitchFamily="2" charset="2"/>
              <a:buChar char="v"/>
              <a:defRPr/>
            </a:pPr>
            <a:r>
              <a:rPr lang="en-US" sz="2400" dirty="0">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scaled="0"/>
                </a:gradFill>
                <a:latin typeface="Arial Black" pitchFamily="34" charset="0"/>
                <a:cs typeface="Times New Roman" pitchFamily="18" charset="0"/>
              </a:rPr>
              <a:t>Understand the relation between unit cell, crystal dimensions and symmetry.</a:t>
            </a:r>
          </a:p>
          <a:p>
            <a:pPr marL="533400" indent="-533400" algn="just">
              <a:spcBef>
                <a:spcPct val="125000"/>
              </a:spcBef>
              <a:buClr>
                <a:srgbClr val="000066"/>
              </a:buClr>
              <a:buSzPct val="125000"/>
              <a:buFont typeface="Wingdings" pitchFamily="2" charset="2"/>
              <a:buChar char="v"/>
              <a:defRPr/>
            </a:pPr>
            <a:r>
              <a:rPr lang="en-US" sz="2400" b="1" dirty="0">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scaled="0"/>
                </a:gradFill>
                <a:latin typeface="Arial Black" pitchFamily="34" charset="0"/>
                <a:cs typeface="Times New Roman" pitchFamily="18" charset="0"/>
              </a:rPr>
              <a:t>Visualize the link between crystal structure and symmetry. Exploiting the diffraction of the X-ray as a tool for determination of crystal structure and studying the structures of solids.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914400" y="381000"/>
            <a:ext cx="6781800" cy="641350"/>
          </a:xfrm>
          <a:prstGeom prst="rect">
            <a:avLst/>
          </a:prstGeom>
          <a:noFill/>
          <a:ln w="9525">
            <a:noFill/>
            <a:miter lim="800000"/>
            <a:headEnd/>
            <a:tailEnd/>
          </a:ln>
        </p:spPr>
        <p:txBody>
          <a:bodyPr>
            <a:spAutoFit/>
          </a:bodyPr>
          <a:lstStyle/>
          <a:p>
            <a:pPr algn="l">
              <a:spcBef>
                <a:spcPct val="50000"/>
              </a:spcBef>
              <a:defRPr/>
            </a:pPr>
            <a:r>
              <a:rPr lang="en-US" sz="3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Course contents………</a:t>
            </a:r>
          </a:p>
        </p:txBody>
      </p:sp>
      <p:sp>
        <p:nvSpPr>
          <p:cNvPr id="5" name="Slide Number Placeholder 4"/>
          <p:cNvSpPr>
            <a:spLocks noGrp="1"/>
          </p:cNvSpPr>
          <p:nvPr>
            <p:ph type="sldNum" sz="quarter" idx="12"/>
          </p:nvPr>
        </p:nvSpPr>
        <p:spPr/>
        <p:txBody>
          <a:bodyPr/>
          <a:lstStyle/>
          <a:p>
            <a:pPr>
              <a:defRPr/>
            </a:pPr>
            <a:fld id="{491C22C4-9F11-437A-BB92-86BA616AD53E}" type="slidenum">
              <a:rPr lang="en-US" smtClean="0"/>
              <a:pPr>
                <a:defRPr/>
              </a:pPr>
              <a:t>4</a:t>
            </a:fld>
            <a:endParaRPr lang="en-US"/>
          </a:p>
        </p:txBody>
      </p:sp>
      <p:sp>
        <p:nvSpPr>
          <p:cNvPr id="6" name="Rectangle 3"/>
          <p:cNvSpPr txBox="1">
            <a:spLocks noChangeArrowheads="1"/>
          </p:cNvSpPr>
          <p:nvPr/>
        </p:nvSpPr>
        <p:spPr>
          <a:xfrm>
            <a:off x="533400" y="1143000"/>
            <a:ext cx="7315200" cy="5181600"/>
          </a:xfrm>
          <a:prstGeom prst="rect">
            <a:avLst/>
          </a:prstGeom>
        </p:spPr>
        <p:txBody>
          <a:bodyPr/>
          <a:lstStyle/>
          <a:p>
            <a:pPr marL="609600" indent="-609600" algn="l">
              <a:spcBef>
                <a:spcPts val="600"/>
              </a:spcBef>
              <a:spcAft>
                <a:spcPts val="600"/>
              </a:spcAft>
              <a:buClr>
                <a:srgbClr val="000066"/>
              </a:buClr>
              <a:buFont typeface="Wingdings" pitchFamily="2" charset="2"/>
              <a:buAutoNum type="arabicPeriod"/>
              <a:defRPr/>
            </a:pPr>
            <a:r>
              <a:rPr lang="en-US" sz="2400" b="1" dirty="0" smtClean="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Introduction: Some </a:t>
            </a:r>
            <a:r>
              <a:rPr lang="en-US" sz="2400" b="1" dirty="0" smtClean="0">
                <a:solidFill>
                  <a:srgbClr val="FF0000"/>
                </a:solidFill>
                <a:latin typeface="Times New Roman" pitchFamily="18" charset="0"/>
                <a:cs typeface="Times New Roman" pitchFamily="18" charset="0"/>
              </a:rPr>
              <a:t>Historical Background</a:t>
            </a:r>
            <a:endParaRPr lang="en-US" sz="2400" b="1" dirty="0">
              <a:solidFill>
                <a:srgbClr val="FF0000"/>
              </a:solidFill>
              <a:latin typeface="Times New Roman" pitchFamily="18" charset="0"/>
              <a:cs typeface="Times New Roman" pitchFamily="18" charset="0"/>
            </a:endParaRPr>
          </a:p>
          <a:p>
            <a:pPr marL="609600" indent="-609600" algn="l">
              <a:spcBef>
                <a:spcPts val="600"/>
              </a:spcBef>
              <a:spcAft>
                <a:spcPts val="600"/>
              </a:spcAft>
              <a:buClr>
                <a:srgbClr val="000066"/>
              </a:buClr>
              <a:buFont typeface="Wingdings" pitchFamily="2" charset="2"/>
              <a:buAutoNum type="arabicPeriod"/>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Crystal Lattices</a:t>
            </a:r>
          </a:p>
          <a:p>
            <a:pPr marL="609600" indent="-609600" algn="l">
              <a:spcBef>
                <a:spcPts val="600"/>
              </a:spcBef>
              <a:spcAft>
                <a:spcPts val="600"/>
              </a:spcAft>
              <a:buClr>
                <a:srgbClr val="000066"/>
              </a:buClr>
              <a:defRPr/>
            </a:pPr>
            <a:r>
              <a:rPr lang="en-US"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a:t>
            </a:r>
            <a:r>
              <a:rPr lang="en-US" b="1" dirty="0">
                <a:solidFill>
                  <a:srgbClr val="00B050"/>
                </a:solidFill>
                <a:latin typeface="Times New Roman" pitchFamily="18" charset="0"/>
                <a:cs typeface="Times New Roman" pitchFamily="18" charset="0"/>
              </a:rPr>
              <a:t>(a) solid state</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(b) crystalline state</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(c) vectors in crystallography</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(d) matrices in crystallography</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(e) coordinate systems in crystallography</a:t>
            </a:r>
          </a:p>
          <a:p>
            <a:pPr marL="609600" indent="-609600" algn="l">
              <a:spcBef>
                <a:spcPts val="600"/>
              </a:spcBef>
              <a:spcAft>
                <a:spcPts val="600"/>
              </a:spcAft>
              <a:buClr>
                <a:srgbClr val="000066"/>
              </a:buClr>
              <a:buFont typeface="+mj-lt"/>
              <a:buAutoNum type="arabicPeriod" startAt="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Crystal Symmetry</a:t>
            </a:r>
          </a:p>
          <a:p>
            <a:pPr marL="609600" indent="-609600" algn="l">
              <a:spcBef>
                <a:spcPts val="600"/>
              </a:spcBef>
              <a:spcAft>
                <a:spcPts val="600"/>
              </a:spcAft>
              <a:buClr>
                <a:srgbClr val="000066"/>
              </a:buClr>
              <a:defRPr/>
            </a:pPr>
            <a:r>
              <a:rPr lang="en-US"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a:t>
            </a:r>
            <a:r>
              <a:rPr lang="en-US" b="1" dirty="0">
                <a:solidFill>
                  <a:srgbClr val="00B050"/>
                </a:solidFill>
                <a:latin typeface="Times New Roman" pitchFamily="18" charset="0"/>
                <a:cs typeface="Times New Roman" pitchFamily="18" charset="0"/>
              </a:rPr>
              <a:t>(a) symmetry concept</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(b) symmetry group theory</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(c) 2D and 3D point groups, Laue groups</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(d) space groups</a:t>
            </a:r>
            <a:endParaRPr lang="en-US" dirty="0">
              <a:solidFill>
                <a:srgbClr val="00B050"/>
              </a:solidFill>
            </a:endParaRPr>
          </a:p>
          <a:p>
            <a:pPr>
              <a:spcBef>
                <a:spcPts val="600"/>
              </a:spcBef>
              <a:spcAft>
                <a:spcPts val="600"/>
              </a:spcAft>
              <a:defRPr/>
            </a:pPr>
            <a:r>
              <a:rPr lang="en-US" dirty="0"/>
              <a:t> </a:t>
            </a:r>
            <a:endParaRPr lang="en-US"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914400" y="381000"/>
            <a:ext cx="6781800" cy="641350"/>
          </a:xfrm>
          <a:prstGeom prst="rect">
            <a:avLst/>
          </a:prstGeom>
          <a:noFill/>
          <a:ln w="9525">
            <a:noFill/>
            <a:miter lim="800000"/>
            <a:headEnd/>
            <a:tailEnd/>
          </a:ln>
        </p:spPr>
        <p:txBody>
          <a:bodyPr>
            <a:spAutoFit/>
          </a:bodyPr>
          <a:lstStyle/>
          <a:p>
            <a:pPr algn="l">
              <a:spcBef>
                <a:spcPct val="50000"/>
              </a:spcBef>
              <a:defRPr/>
            </a:pPr>
            <a:r>
              <a:rPr lang="en-US" sz="3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Course contents………</a:t>
            </a:r>
          </a:p>
        </p:txBody>
      </p:sp>
      <p:sp>
        <p:nvSpPr>
          <p:cNvPr id="5" name="Slide Number Placeholder 4"/>
          <p:cNvSpPr>
            <a:spLocks noGrp="1"/>
          </p:cNvSpPr>
          <p:nvPr>
            <p:ph type="sldNum" sz="quarter" idx="12"/>
          </p:nvPr>
        </p:nvSpPr>
        <p:spPr/>
        <p:txBody>
          <a:bodyPr/>
          <a:lstStyle/>
          <a:p>
            <a:pPr>
              <a:defRPr/>
            </a:pPr>
            <a:fld id="{F7B42C72-2AB2-42A0-9C11-E5F6D4F44E5B}" type="slidenum">
              <a:rPr lang="en-US" smtClean="0"/>
              <a:pPr>
                <a:defRPr/>
              </a:pPr>
              <a:t>5</a:t>
            </a:fld>
            <a:endParaRPr lang="en-US"/>
          </a:p>
        </p:txBody>
      </p:sp>
      <p:sp>
        <p:nvSpPr>
          <p:cNvPr id="6" name="Rectangle 3"/>
          <p:cNvSpPr txBox="1">
            <a:spLocks noChangeArrowheads="1"/>
          </p:cNvSpPr>
          <p:nvPr/>
        </p:nvSpPr>
        <p:spPr>
          <a:xfrm>
            <a:off x="647700" y="1295400"/>
            <a:ext cx="7315200" cy="5181600"/>
          </a:xfrm>
          <a:prstGeom prst="rect">
            <a:avLst/>
          </a:prstGeom>
        </p:spPr>
        <p:txBody>
          <a:bodyPr/>
          <a:lstStyle/>
          <a:p>
            <a:pPr marL="609600" indent="-609600" algn="l">
              <a:spcBef>
                <a:spcPts val="600"/>
              </a:spcBef>
              <a:spcAft>
                <a:spcPts val="600"/>
              </a:spcAft>
              <a:buClr>
                <a:srgbClr val="000066"/>
              </a:buClr>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4.	Close Packed Structures, Miller Indices and Reciprocal Lattice</a:t>
            </a:r>
          </a:p>
          <a:p>
            <a:pPr marL="609600" indent="-609600" algn="l">
              <a:spcBef>
                <a:spcPts val="600"/>
              </a:spcBef>
              <a:spcAft>
                <a:spcPts val="600"/>
              </a:spcAft>
              <a:buClr>
                <a:srgbClr val="000066"/>
              </a:buClr>
              <a:buFont typeface="+mj-lt"/>
              <a:buAutoNum type="arabicPeriod" startAt="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Physical Properties of Crystals</a:t>
            </a:r>
          </a:p>
          <a:p>
            <a:pPr marL="609600" indent="-609600" algn="l">
              <a:spcBef>
                <a:spcPts val="600"/>
              </a:spcBef>
              <a:spcAft>
                <a:spcPts val="600"/>
              </a:spcAft>
              <a:buClr>
                <a:srgbClr val="000066"/>
              </a:buClr>
              <a:buFontTx/>
              <a:buAutoNum type="arabicPeriod" startAt="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X-rays: Origin, Properties </a:t>
            </a:r>
          </a:p>
          <a:p>
            <a:pPr marL="609600" indent="-609600" algn="l">
              <a:spcBef>
                <a:spcPts val="600"/>
              </a:spcBef>
              <a:spcAft>
                <a:spcPts val="600"/>
              </a:spcAft>
              <a:buClr>
                <a:srgbClr val="000066"/>
              </a:buClr>
              <a:buFont typeface="+mj-lt"/>
              <a:buAutoNum type="arabicPeriod" startAt="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X-ray Diffraction &amp; Bragg’s Law</a:t>
            </a:r>
          </a:p>
          <a:p>
            <a:pPr marL="609600" indent="-609600" algn="l">
              <a:spcBef>
                <a:spcPts val="600"/>
              </a:spcBef>
              <a:spcAft>
                <a:spcPts val="600"/>
              </a:spcAft>
              <a:buClr>
                <a:srgbClr val="000066"/>
              </a:buClr>
              <a:buFont typeface="+mj-lt"/>
              <a:buAutoNum type="arabicPeriod" startAt="5"/>
              <a:defRPr/>
            </a:pPr>
            <a:r>
              <a:rPr lang="en-US" sz="2400" b="1" dirty="0" err="1">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Ewald</a:t>
            </a: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Sphere</a:t>
            </a:r>
          </a:p>
          <a:p>
            <a:pPr marL="609600" indent="-609600" algn="l">
              <a:spcBef>
                <a:spcPts val="600"/>
              </a:spcBef>
              <a:spcAft>
                <a:spcPts val="600"/>
              </a:spcAft>
              <a:buClr>
                <a:srgbClr val="000066"/>
              </a:buClr>
              <a:buFont typeface="+mj-lt"/>
              <a:buAutoNum type="arabicPeriod" startAt="9"/>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X-ray Diffraction Techniques</a:t>
            </a:r>
          </a:p>
          <a:p>
            <a:pPr marL="609600" indent="-609600" algn="l">
              <a:spcBef>
                <a:spcPts val="600"/>
              </a:spcBef>
              <a:spcAft>
                <a:spcPts val="600"/>
              </a:spcAft>
              <a:buClr>
                <a:srgbClr val="000066"/>
              </a:buClr>
              <a:buFont typeface="+mj-lt"/>
              <a:buAutoNum type="arabicPeriod" startAt="9"/>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Single Crystal Techniques</a:t>
            </a:r>
          </a:p>
          <a:p>
            <a:pPr marL="609600" indent="-609600" algn="l">
              <a:spcBef>
                <a:spcPts val="600"/>
              </a:spcBef>
              <a:spcAft>
                <a:spcPts val="600"/>
              </a:spcAft>
              <a:buClr>
                <a:srgbClr val="000066"/>
              </a:buClr>
              <a:buFont typeface="+mj-lt"/>
              <a:buAutoNum type="arabicPeriod" startAt="9"/>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Fourier Transforms (real </a:t>
            </a:r>
            <a:r>
              <a:rPr lang="en-US" sz="2400" b="1" dirty="0" err="1">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vs</a:t>
            </a: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reciprocal space)</a:t>
            </a:r>
          </a:p>
          <a:p>
            <a:pPr marL="609600" indent="-609600" algn="l">
              <a:spcBef>
                <a:spcPts val="600"/>
              </a:spcBef>
              <a:spcAft>
                <a:spcPts val="600"/>
              </a:spcAft>
              <a:buClr>
                <a:srgbClr val="000066"/>
              </a:buClr>
              <a:buFont typeface="+mj-lt"/>
              <a:buAutoNum type="arabicPeriod" startAt="9"/>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Scattering of X-rays by Crystals </a:t>
            </a:r>
          </a:p>
          <a:p>
            <a:pPr marL="609600" indent="-609600" algn="l">
              <a:spcBef>
                <a:spcPts val="600"/>
              </a:spcBef>
              <a:spcAft>
                <a:spcPts val="600"/>
              </a:spcAft>
              <a:buClr>
                <a:srgbClr val="000066"/>
              </a:buClr>
              <a:buFont typeface="+mj-lt"/>
              <a:buAutoNum type="arabicPeriod" startAt="9"/>
              <a:defRPr/>
            </a:pPr>
            <a:endPar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a:p>
            <a:pPr>
              <a:defRPr/>
            </a:pPr>
            <a:endParaRPr lang="en-US" dirty="0"/>
          </a:p>
          <a:p>
            <a:pPr>
              <a:defRPr/>
            </a:pPr>
            <a:r>
              <a:rPr lang="en-US" dirty="0"/>
              <a:t> </a:t>
            </a:r>
            <a:endParaRPr lang="en-US"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914400" y="381000"/>
            <a:ext cx="6781800" cy="641350"/>
          </a:xfrm>
          <a:prstGeom prst="rect">
            <a:avLst/>
          </a:prstGeom>
          <a:noFill/>
          <a:ln w="9525">
            <a:noFill/>
            <a:miter lim="800000"/>
            <a:headEnd/>
            <a:tailEnd/>
          </a:ln>
        </p:spPr>
        <p:txBody>
          <a:bodyPr>
            <a:spAutoFit/>
          </a:bodyPr>
          <a:lstStyle/>
          <a:p>
            <a:pPr algn="l">
              <a:spcBef>
                <a:spcPct val="50000"/>
              </a:spcBef>
              <a:defRPr/>
            </a:pPr>
            <a:r>
              <a:rPr lang="en-US" sz="3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Course contents……..</a:t>
            </a:r>
          </a:p>
        </p:txBody>
      </p:sp>
      <p:sp>
        <p:nvSpPr>
          <p:cNvPr id="5" name="Slide Number Placeholder 4"/>
          <p:cNvSpPr>
            <a:spLocks noGrp="1"/>
          </p:cNvSpPr>
          <p:nvPr>
            <p:ph type="sldNum" sz="quarter" idx="12"/>
          </p:nvPr>
        </p:nvSpPr>
        <p:spPr/>
        <p:txBody>
          <a:bodyPr/>
          <a:lstStyle/>
          <a:p>
            <a:pPr>
              <a:defRPr/>
            </a:pPr>
            <a:fld id="{063BFD70-E420-4AAF-AF68-4044E5751B2E}" type="slidenum">
              <a:rPr lang="en-US" smtClean="0"/>
              <a:pPr>
                <a:defRPr/>
              </a:pPr>
              <a:t>6</a:t>
            </a:fld>
            <a:endParaRPr lang="en-US"/>
          </a:p>
        </p:txBody>
      </p:sp>
      <p:sp>
        <p:nvSpPr>
          <p:cNvPr id="8" name="Rectangle 3"/>
          <p:cNvSpPr txBox="1">
            <a:spLocks noChangeArrowheads="1"/>
          </p:cNvSpPr>
          <p:nvPr/>
        </p:nvSpPr>
        <p:spPr>
          <a:xfrm>
            <a:off x="1066800" y="1022350"/>
            <a:ext cx="7391400" cy="5181600"/>
          </a:xfrm>
          <a:prstGeom prst="rect">
            <a:avLst/>
          </a:prstGeom>
        </p:spPr>
        <p:txBody>
          <a:bodyPr/>
          <a:lstStyle/>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The atomic structure factor</a:t>
            </a:r>
          </a:p>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The structure factor (X-ray diffraction, </a:t>
            </a:r>
            <a:r>
              <a:rPr lang="en-US" sz="2400" b="1" dirty="0" err="1">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elecyron</a:t>
            </a: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diffraction, </a:t>
            </a:r>
            <a:r>
              <a:rPr lang="en-US" sz="2400" b="1" dirty="0" err="1">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neutraction</a:t>
            </a: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a:t>
            </a:r>
          </a:p>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The </a:t>
            </a:r>
            <a:r>
              <a:rPr lang="en-US" sz="2400" b="1" dirty="0" err="1">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Friedel’s</a:t>
            </a: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Law</a:t>
            </a:r>
          </a:p>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Systematic Absences</a:t>
            </a:r>
          </a:p>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Practical determination of space groups</a:t>
            </a:r>
          </a:p>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Data reduction</a:t>
            </a:r>
          </a:p>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Lorentz-</a:t>
            </a:r>
            <a:r>
              <a:rPr lang="en-US" sz="2400" b="1" dirty="0" err="1">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Polarizaion</a:t>
            </a: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corrections</a:t>
            </a:r>
          </a:p>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Interpretation of intensity data</a:t>
            </a:r>
          </a:p>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Theory of structure factors and Fourier synthesis</a:t>
            </a:r>
          </a:p>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The phase problem</a:t>
            </a:r>
          </a:p>
          <a:p>
            <a:pPr marL="609600" indent="-609600" algn="l">
              <a:spcBef>
                <a:spcPts val="600"/>
              </a:spcBef>
              <a:spcAft>
                <a:spcPts val="600"/>
              </a:spcAft>
              <a:buClr>
                <a:srgbClr val="000066"/>
              </a:buClr>
              <a:buFont typeface="Wingdings" pitchFamily="2" charset="2"/>
              <a:buAutoNum type="arabicPeriod" startAt="14"/>
              <a:defRPr/>
            </a:pPr>
            <a:endPar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a:p>
            <a:pPr marL="609600" indent="-609600" algn="l">
              <a:spcBef>
                <a:spcPts val="600"/>
              </a:spcBef>
              <a:spcAft>
                <a:spcPts val="600"/>
              </a:spcAft>
              <a:buClr>
                <a:srgbClr val="000066"/>
              </a:buClr>
              <a:buFont typeface="Wingdings" pitchFamily="2" charset="2"/>
              <a:buAutoNum type="arabicPeriod" startAt="14"/>
              <a:defRPr/>
            </a:pPr>
            <a:endPar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a:p>
            <a:pPr marL="609600" indent="-609600" algn="l">
              <a:spcBef>
                <a:spcPts val="600"/>
              </a:spcBef>
              <a:spcAft>
                <a:spcPts val="600"/>
              </a:spcAft>
              <a:buClr>
                <a:srgbClr val="000066"/>
              </a:buClr>
              <a:buFont typeface="Wingdings" pitchFamily="2" charset="2"/>
              <a:buAutoNum type="arabicPeriod" startAt="14"/>
              <a:defRPr/>
            </a:pPr>
            <a:endPar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a:p>
            <a:pPr marL="609600" indent="-609600" algn="l">
              <a:spcBef>
                <a:spcPts val="600"/>
              </a:spcBef>
              <a:spcAft>
                <a:spcPts val="600"/>
              </a:spcAft>
              <a:buClr>
                <a:srgbClr val="000066"/>
              </a:buClr>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135A5A0-CE78-43BB-B7E4-AC95773A9C84}" type="slidenum">
              <a:rPr lang="en-US" smtClean="0"/>
              <a:pPr>
                <a:defRPr/>
              </a:pPr>
              <a:t>7</a:t>
            </a:fld>
            <a:endParaRPr lang="en-US"/>
          </a:p>
        </p:txBody>
      </p:sp>
      <p:sp>
        <p:nvSpPr>
          <p:cNvPr id="3" name="Rectangle 2"/>
          <p:cNvSpPr/>
          <p:nvPr/>
        </p:nvSpPr>
        <p:spPr>
          <a:xfrm>
            <a:off x="685800" y="1371600"/>
            <a:ext cx="7543800" cy="5186035"/>
          </a:xfrm>
          <a:prstGeom prst="rect">
            <a:avLst/>
          </a:prstGeom>
        </p:spPr>
        <p:txBody>
          <a:bodyPr>
            <a:spAutoFit/>
          </a:bodyPr>
          <a:lstStyle/>
          <a:p>
            <a:pPr marL="609600" indent="-609600" algn="l">
              <a:spcBef>
                <a:spcPts val="600"/>
              </a:spcBef>
              <a:spcAft>
                <a:spcPts val="600"/>
              </a:spcAft>
              <a:buClr>
                <a:srgbClr val="000066"/>
              </a:buClr>
              <a:buFont typeface="+mj-lt"/>
              <a:buAutoNum type="arabicPeriod" startAt="13"/>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Crystal Structure Solution: Experimental </a:t>
            </a:r>
          </a:p>
          <a:p>
            <a:pPr marL="609600" indent="-609600" algn="l">
              <a:spcBef>
                <a:spcPts val="600"/>
              </a:spcBef>
              <a:spcAft>
                <a:spcPts val="600"/>
              </a:spcAft>
              <a:buClr>
                <a:srgbClr val="000066"/>
              </a:buClr>
              <a:defRPr/>
            </a:pPr>
            <a:r>
              <a:rPr lang="en-US"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a:t>
            </a:r>
            <a:r>
              <a:rPr lang="en-US" b="1" dirty="0">
                <a:solidFill>
                  <a:srgbClr val="00B050"/>
                </a:solidFill>
                <a:latin typeface="Times New Roman" pitchFamily="18" charset="0"/>
                <a:cs typeface="Times New Roman" pitchFamily="18" charset="0"/>
              </a:rPr>
              <a:t>(a) Patterson method with and without heavy atom</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(b) Search Method</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(c) The </a:t>
            </a:r>
            <a:r>
              <a:rPr lang="en-US" b="1" dirty="0" err="1">
                <a:solidFill>
                  <a:srgbClr val="00B050"/>
                </a:solidFill>
                <a:latin typeface="Times New Roman" pitchFamily="18" charset="0"/>
                <a:cs typeface="Times New Roman" pitchFamily="18" charset="0"/>
              </a:rPr>
              <a:t>isomorphous</a:t>
            </a:r>
            <a:r>
              <a:rPr lang="en-US" b="1" dirty="0">
                <a:solidFill>
                  <a:srgbClr val="00B050"/>
                </a:solidFill>
                <a:latin typeface="Times New Roman" pitchFamily="18" charset="0"/>
                <a:cs typeface="Times New Roman" pitchFamily="18" charset="0"/>
              </a:rPr>
              <a:t> replacement method</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(d) The </a:t>
            </a:r>
            <a:r>
              <a:rPr lang="en-US" b="1" dirty="0" err="1">
                <a:solidFill>
                  <a:srgbClr val="00B050"/>
                </a:solidFill>
                <a:latin typeface="Times New Roman" pitchFamily="18" charset="0"/>
                <a:cs typeface="Times New Roman" pitchFamily="18" charset="0"/>
              </a:rPr>
              <a:t>anomolous</a:t>
            </a:r>
            <a:r>
              <a:rPr lang="en-US" b="1" dirty="0">
                <a:solidFill>
                  <a:srgbClr val="00B050"/>
                </a:solidFill>
                <a:latin typeface="Times New Roman" pitchFamily="18" charset="0"/>
                <a:cs typeface="Times New Roman" pitchFamily="18" charset="0"/>
              </a:rPr>
              <a:t> dispersion method</a:t>
            </a:r>
          </a:p>
          <a:p>
            <a:pPr marL="609600" indent="-609600" algn="l">
              <a:spcBef>
                <a:spcPts val="600"/>
              </a:spcBef>
              <a:spcAft>
                <a:spcPts val="600"/>
              </a:spcAft>
              <a:buClr>
                <a:srgbClr val="000066"/>
              </a:buClr>
              <a:buFont typeface="+mj-lt"/>
              <a:buAutoNum type="arabicPeriod" startAt="24"/>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Crystal Structure Solution: Statistical Methods</a:t>
            </a:r>
          </a:p>
          <a:p>
            <a:pPr marL="609600" indent="-609600" algn="l">
              <a:spcBef>
                <a:spcPts val="600"/>
              </a:spcBef>
              <a:spcAft>
                <a:spcPts val="600"/>
              </a:spcAft>
              <a:buClr>
                <a:srgbClr val="000066"/>
              </a:buClr>
              <a:defRPr/>
            </a:pPr>
            <a:r>
              <a:rPr lang="en-US"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a:t>
            </a:r>
            <a:r>
              <a:rPr lang="en-US" b="1" dirty="0">
                <a:solidFill>
                  <a:srgbClr val="00B050"/>
                </a:solidFill>
                <a:latin typeface="Times New Roman" pitchFamily="18" charset="0"/>
                <a:cs typeface="Times New Roman" pitchFamily="18" charset="0"/>
              </a:rPr>
              <a:t>(a) Direct Method</a:t>
            </a:r>
          </a:p>
          <a:p>
            <a:pPr marL="609600" indent="-609600" algn="l">
              <a:spcBef>
                <a:spcPts val="600"/>
              </a:spcBef>
              <a:spcAft>
                <a:spcPts val="600"/>
              </a:spcAft>
              <a:buClr>
                <a:srgbClr val="000066"/>
              </a:buClr>
              <a:defRPr/>
            </a:pPr>
            <a:r>
              <a:rPr lang="en-US" b="1" dirty="0">
                <a:solidFill>
                  <a:srgbClr val="00B050"/>
                </a:solidFill>
                <a:latin typeface="Times New Roman" pitchFamily="18" charset="0"/>
                <a:cs typeface="Times New Roman" pitchFamily="18" charset="0"/>
              </a:rPr>
              <a:t>	(b) Maximum Entropy</a:t>
            </a:r>
          </a:p>
          <a:p>
            <a:pPr marL="609600" indent="-609600" algn="l">
              <a:lnSpc>
                <a:spcPct val="150000"/>
              </a:lnSpc>
              <a:spcBef>
                <a:spcPts val="250"/>
              </a:spcBef>
              <a:buClr>
                <a:srgbClr val="000066"/>
              </a:buClr>
              <a:buFont typeface="+mj-lt"/>
              <a:buAutoNum type="arabicPeriod" startAt="2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Crystal Structure Refinement</a:t>
            </a:r>
          </a:p>
          <a:p>
            <a:pPr marL="609600" indent="-609600" algn="l">
              <a:lnSpc>
                <a:spcPct val="150000"/>
              </a:lnSpc>
              <a:spcBef>
                <a:spcPts val="250"/>
              </a:spcBef>
              <a:buClr>
                <a:srgbClr val="000066"/>
              </a:buClr>
              <a:buFont typeface="+mj-lt"/>
              <a:buAutoNum type="arabicPeriod" startAt="2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Estimated standard deviation and R value</a:t>
            </a:r>
          </a:p>
          <a:p>
            <a:pPr marL="609600" indent="-609600" algn="l">
              <a:spcBef>
                <a:spcPts val="600"/>
              </a:spcBef>
              <a:spcAft>
                <a:spcPts val="600"/>
              </a:spcAft>
              <a:buClr>
                <a:srgbClr val="000066"/>
              </a:buClr>
              <a:defRPr/>
            </a:pPr>
            <a:endParaRPr lang="en-US" b="1" dirty="0">
              <a:solidFill>
                <a:srgbClr val="00B050"/>
              </a:solidFill>
              <a:latin typeface="Times New Roman" pitchFamily="18" charset="0"/>
              <a:cs typeface="Times New Roman" pitchFamily="18" charset="0"/>
            </a:endParaRPr>
          </a:p>
        </p:txBody>
      </p:sp>
      <p:sp>
        <p:nvSpPr>
          <p:cNvPr id="4" name="Text Box 2"/>
          <p:cNvSpPr txBox="1">
            <a:spLocks noChangeArrowheads="1"/>
          </p:cNvSpPr>
          <p:nvPr/>
        </p:nvSpPr>
        <p:spPr bwMode="auto">
          <a:xfrm>
            <a:off x="914400" y="381000"/>
            <a:ext cx="6781800" cy="641350"/>
          </a:xfrm>
          <a:prstGeom prst="rect">
            <a:avLst/>
          </a:prstGeom>
          <a:noFill/>
          <a:ln w="9525">
            <a:noFill/>
            <a:miter lim="800000"/>
            <a:headEnd/>
            <a:tailEnd/>
          </a:ln>
        </p:spPr>
        <p:txBody>
          <a:bodyPr>
            <a:spAutoFit/>
          </a:bodyPr>
          <a:lstStyle/>
          <a:p>
            <a:pPr algn="l">
              <a:spcBef>
                <a:spcPct val="50000"/>
              </a:spcBef>
              <a:defRPr/>
            </a:pPr>
            <a:r>
              <a:rPr lang="en-US" sz="3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Course contents……..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914400" y="381000"/>
            <a:ext cx="6781800" cy="641350"/>
          </a:xfrm>
          <a:prstGeom prst="rect">
            <a:avLst/>
          </a:prstGeom>
          <a:noFill/>
          <a:ln w="9525">
            <a:noFill/>
            <a:miter lim="800000"/>
            <a:headEnd/>
            <a:tailEnd/>
          </a:ln>
        </p:spPr>
        <p:txBody>
          <a:bodyPr>
            <a:spAutoFit/>
          </a:bodyPr>
          <a:lstStyle/>
          <a:p>
            <a:pPr algn="l">
              <a:spcBef>
                <a:spcPct val="50000"/>
              </a:spcBef>
              <a:defRPr/>
            </a:pPr>
            <a:r>
              <a:rPr lang="en-US" sz="3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Course contents……..</a:t>
            </a:r>
          </a:p>
        </p:txBody>
      </p:sp>
      <p:sp>
        <p:nvSpPr>
          <p:cNvPr id="5" name="Slide Number Placeholder 4"/>
          <p:cNvSpPr>
            <a:spLocks noGrp="1"/>
          </p:cNvSpPr>
          <p:nvPr>
            <p:ph type="sldNum" sz="quarter" idx="12"/>
          </p:nvPr>
        </p:nvSpPr>
        <p:spPr/>
        <p:txBody>
          <a:bodyPr/>
          <a:lstStyle/>
          <a:p>
            <a:pPr>
              <a:defRPr/>
            </a:pPr>
            <a:fld id="{0E88658B-2B6C-4BDC-A4D0-AF0DD89F4D13}" type="slidenum">
              <a:rPr lang="en-US" smtClean="0"/>
              <a:pPr>
                <a:defRPr/>
              </a:pPr>
              <a:t>8</a:t>
            </a:fld>
            <a:endParaRPr lang="en-US"/>
          </a:p>
        </p:txBody>
      </p:sp>
      <p:sp>
        <p:nvSpPr>
          <p:cNvPr id="8" name="Rectangle 3"/>
          <p:cNvSpPr txBox="1">
            <a:spLocks noChangeArrowheads="1"/>
          </p:cNvSpPr>
          <p:nvPr/>
        </p:nvSpPr>
        <p:spPr>
          <a:xfrm>
            <a:off x="609600" y="1066800"/>
            <a:ext cx="7696200" cy="5181600"/>
          </a:xfrm>
          <a:prstGeom prst="rect">
            <a:avLst/>
          </a:prstGeom>
        </p:spPr>
        <p:txBody>
          <a:bodyPr/>
          <a:lstStyle/>
          <a:p>
            <a:pPr marL="609600" indent="-609600" algn="l">
              <a:lnSpc>
                <a:spcPct val="150000"/>
              </a:lnSpc>
              <a:spcBef>
                <a:spcPts val="250"/>
              </a:spcBef>
              <a:buClr>
                <a:srgbClr val="000066"/>
              </a:buClr>
              <a:buFont typeface="+mj-lt"/>
              <a:buAutoNum type="arabicPeriod" startAt="2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Introduction to PXRD</a:t>
            </a:r>
          </a:p>
          <a:p>
            <a:pPr marL="609600" indent="-609600" algn="l">
              <a:lnSpc>
                <a:spcPct val="150000"/>
              </a:lnSpc>
              <a:spcBef>
                <a:spcPts val="250"/>
              </a:spcBef>
              <a:buClr>
                <a:srgbClr val="000066"/>
              </a:buClr>
              <a:buFont typeface="Wingdings" pitchFamily="2" charset="2"/>
              <a:buAutoNum type="arabicPeriod" startAt="2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Conformation</a:t>
            </a:r>
          </a:p>
          <a:p>
            <a:pPr marL="609600" indent="-609600" algn="l">
              <a:lnSpc>
                <a:spcPct val="150000"/>
              </a:lnSpc>
              <a:spcBef>
                <a:spcPts val="250"/>
              </a:spcBef>
              <a:buClr>
                <a:srgbClr val="000066"/>
              </a:buClr>
              <a:buFont typeface="Wingdings" pitchFamily="2" charset="2"/>
              <a:buAutoNum type="arabicPeriod" startAt="2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Atomic and Molecular Displacements</a:t>
            </a:r>
          </a:p>
          <a:p>
            <a:pPr marL="609600" indent="-609600" algn="l">
              <a:lnSpc>
                <a:spcPct val="150000"/>
              </a:lnSpc>
              <a:spcBef>
                <a:spcPts val="250"/>
              </a:spcBef>
              <a:buClr>
                <a:srgbClr val="000066"/>
              </a:buClr>
              <a:buFont typeface="Wingdings" pitchFamily="2" charset="2"/>
              <a:buAutoNum type="arabicPeriod" startAt="25"/>
              <a:defRPr/>
            </a:pPr>
            <a:r>
              <a:rPr lang="en-US" sz="2400" b="1" dirty="0" err="1">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Charility</a:t>
            </a: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and Absolute Structure</a:t>
            </a:r>
          </a:p>
          <a:p>
            <a:pPr marL="609600" indent="-609600" algn="l">
              <a:lnSpc>
                <a:spcPct val="150000"/>
              </a:lnSpc>
              <a:spcBef>
                <a:spcPts val="250"/>
              </a:spcBef>
              <a:buClr>
                <a:srgbClr val="000066"/>
              </a:buClr>
              <a:buFont typeface="Wingdings" pitchFamily="2" charset="2"/>
              <a:buAutoNum type="arabicPeriod" startAt="2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Packing in Crystals</a:t>
            </a:r>
          </a:p>
          <a:p>
            <a:pPr marL="609600" indent="-609600" algn="l">
              <a:lnSpc>
                <a:spcPct val="150000"/>
              </a:lnSpc>
              <a:spcBef>
                <a:spcPts val="250"/>
              </a:spcBef>
              <a:buClr>
                <a:srgbClr val="000066"/>
              </a:buClr>
              <a:buFont typeface="Wingdings" pitchFamily="2" charset="2"/>
              <a:buAutoNum type="arabicPeriod" startAt="2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Exploring Structure with CSD </a:t>
            </a:r>
          </a:p>
          <a:p>
            <a:pPr marL="609600" indent="-609600" algn="l">
              <a:lnSpc>
                <a:spcPct val="150000"/>
              </a:lnSpc>
              <a:spcBef>
                <a:spcPts val="250"/>
              </a:spcBef>
              <a:buClr>
                <a:srgbClr val="000066"/>
              </a:buClr>
              <a:buFont typeface="Wingdings" pitchFamily="2" charset="2"/>
              <a:buAutoNum type="arabicPeriod" startAt="2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Crystal Growing Methods</a:t>
            </a:r>
          </a:p>
          <a:p>
            <a:pPr marL="609600" indent="-609600" algn="l">
              <a:lnSpc>
                <a:spcPct val="150000"/>
              </a:lnSpc>
              <a:spcBef>
                <a:spcPts val="250"/>
              </a:spcBef>
              <a:buClr>
                <a:srgbClr val="000066"/>
              </a:buClr>
              <a:buFont typeface="Wingdings" pitchFamily="2" charset="2"/>
              <a:buAutoNum type="arabicPeriod" startAt="25"/>
              <a:defRPr/>
            </a:pPr>
            <a:r>
              <a:rPr lang="en-US" sz="2400" b="1" dirty="0" smtClean="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Crystal </a:t>
            </a: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selection to structure </a:t>
            </a:r>
            <a:r>
              <a:rPr lang="en-US" sz="2400" b="1" dirty="0" smtClean="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refinement (Training)</a:t>
            </a:r>
            <a:endPar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a:p>
            <a:pPr marL="609600" indent="-609600" algn="l">
              <a:lnSpc>
                <a:spcPct val="150000"/>
              </a:lnSpc>
              <a:spcBef>
                <a:spcPts val="250"/>
              </a:spcBef>
              <a:buClr>
                <a:srgbClr val="000066"/>
              </a:buClr>
              <a:buFont typeface="Wingdings" pitchFamily="2" charset="2"/>
              <a:buAutoNum type="arabicPeriod" startAt="25"/>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CIF preparation and </a:t>
            </a:r>
            <a:r>
              <a:rPr lang="en-US" sz="2400" b="1" dirty="0" err="1">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cifcheck</a:t>
            </a: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and CIF deposition</a:t>
            </a:r>
          </a:p>
          <a:p>
            <a:pPr marL="609600" indent="-609600" algn="l">
              <a:lnSpc>
                <a:spcPct val="150000"/>
              </a:lnSpc>
              <a:spcBef>
                <a:spcPts val="250"/>
              </a:spcBef>
              <a:buClr>
                <a:srgbClr val="000066"/>
              </a:buClr>
              <a:buFont typeface="Wingdings" pitchFamily="2" charset="2"/>
              <a:buAutoNum type="arabicPeriod" startAt="25"/>
              <a:defRPr/>
            </a:pPr>
            <a:endPar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a:p>
            <a:pPr marL="609600" indent="-609600" algn="l">
              <a:lnSpc>
                <a:spcPct val="150000"/>
              </a:lnSpc>
              <a:spcBef>
                <a:spcPts val="250"/>
              </a:spcBef>
              <a:buClr>
                <a:srgbClr val="000066"/>
              </a:buClr>
              <a:buFont typeface="Wingdings" pitchFamily="2" charset="2"/>
              <a:buAutoNum type="arabicPeriod" startAt="25"/>
              <a:defRPr/>
            </a:pPr>
            <a:endPar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a:p>
            <a:pPr marL="609600" indent="-609600" algn="l">
              <a:lnSpc>
                <a:spcPct val="150000"/>
              </a:lnSpc>
              <a:spcBef>
                <a:spcPts val="250"/>
              </a:spcBef>
              <a:buClr>
                <a:srgbClr val="000066"/>
              </a:buClr>
              <a:buFont typeface="Wingdings" pitchFamily="2" charset="2"/>
              <a:buAutoNum type="arabicPeriod" startAt="25"/>
              <a:defRPr/>
            </a:pPr>
            <a:endPar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endParaRPr>
          </a:p>
          <a:p>
            <a:pPr marL="609600" indent="-609600" algn="l">
              <a:lnSpc>
                <a:spcPct val="150000"/>
              </a:lnSpc>
              <a:spcBef>
                <a:spcPts val="250"/>
              </a:spcBef>
              <a:buClr>
                <a:srgbClr val="000066"/>
              </a:buClr>
              <a:defRPr/>
            </a:pPr>
            <a:r>
              <a:rPr lang="en-US" sz="2400" b="1" dirty="0">
                <a:gradFill>
                  <a:gsLst>
                    <a:gs pos="0">
                      <a:srgbClr val="000000"/>
                    </a:gs>
                    <a:gs pos="39999">
                      <a:srgbClr val="0A128C"/>
                    </a:gs>
                    <a:gs pos="70000">
                      <a:srgbClr val="181CC7"/>
                    </a:gs>
                    <a:gs pos="88000">
                      <a:srgbClr val="7005D4"/>
                    </a:gs>
                    <a:gs pos="100000">
                      <a:srgbClr val="8C3D91"/>
                    </a:gs>
                  </a:gsLst>
                  <a:lin ang="5400000" scaled="0"/>
                </a:gradFill>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p:cNvSpPr txBox="1">
            <a:spLocks noChangeArrowheads="1"/>
          </p:cNvSpPr>
          <p:nvPr/>
        </p:nvSpPr>
        <p:spPr bwMode="auto">
          <a:xfrm>
            <a:off x="533400" y="1371600"/>
            <a:ext cx="8382000" cy="4878259"/>
          </a:xfrm>
          <a:prstGeom prst="rect">
            <a:avLst/>
          </a:prstGeom>
          <a:noFill/>
          <a:ln w="9525">
            <a:noFill/>
            <a:miter lim="800000"/>
            <a:headEnd/>
            <a:tailEnd/>
          </a:ln>
        </p:spPr>
        <p:txBody>
          <a:bodyPr>
            <a:spAutoFit/>
          </a:bodyPr>
          <a:lstStyle/>
          <a:p>
            <a:pPr algn="l">
              <a:spcBef>
                <a:spcPts val="600"/>
              </a:spcBef>
              <a:spcAft>
                <a:spcPts val="60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1) Crystal Structure Analysis for Chemist and Biologists</a:t>
            </a:r>
          </a:p>
          <a:p>
            <a:pPr algn="l">
              <a:spcBef>
                <a:spcPts val="600"/>
              </a:spcBef>
              <a:spcAft>
                <a:spcPts val="600"/>
              </a:spcAft>
              <a:defRPr/>
            </a:pPr>
            <a:r>
              <a:rPr lang="en-US" sz="1500" b="1" dirty="0" smtClean="0">
                <a:ln w="1905"/>
                <a:solidFill>
                  <a:srgbClr val="002060"/>
                </a:solidFill>
                <a:effectLst>
                  <a:innerShdw blurRad="69850" dist="43180" dir="5400000">
                    <a:srgbClr val="000000">
                      <a:alpha val="65000"/>
                    </a:srgbClr>
                  </a:innerShdw>
                </a:effectLst>
                <a:latin typeface="Arial Black" pitchFamily="34" charset="0"/>
              </a:rPr>
              <a:t>	J</a:t>
            </a:r>
            <a:r>
              <a:rPr lang="en-US" sz="1500" b="1" dirty="0">
                <a:ln w="1905"/>
                <a:solidFill>
                  <a:srgbClr val="002060"/>
                </a:solidFill>
                <a:effectLst>
                  <a:innerShdw blurRad="69850" dist="43180" dir="5400000">
                    <a:srgbClr val="000000">
                      <a:alpha val="65000"/>
                    </a:srgbClr>
                  </a:innerShdw>
                </a:effectLst>
                <a:latin typeface="Arial Black" pitchFamily="34" charset="0"/>
              </a:rPr>
              <a:t>. P. </a:t>
            </a:r>
            <a:r>
              <a:rPr lang="en-US" sz="1500" b="1" dirty="0" err="1">
                <a:ln w="1905"/>
                <a:solidFill>
                  <a:srgbClr val="002060"/>
                </a:solidFill>
                <a:effectLst>
                  <a:innerShdw blurRad="69850" dist="43180" dir="5400000">
                    <a:srgbClr val="000000">
                      <a:alpha val="65000"/>
                    </a:srgbClr>
                  </a:innerShdw>
                </a:effectLst>
                <a:latin typeface="Arial Black" pitchFamily="34" charset="0"/>
              </a:rPr>
              <a:t>Glusker</a:t>
            </a:r>
            <a:r>
              <a:rPr lang="en-US" sz="1500" b="1" dirty="0">
                <a:ln w="1905"/>
                <a:solidFill>
                  <a:srgbClr val="002060"/>
                </a:solidFill>
                <a:effectLst>
                  <a:innerShdw blurRad="69850" dist="43180" dir="5400000">
                    <a:srgbClr val="000000">
                      <a:alpha val="65000"/>
                    </a:srgbClr>
                  </a:innerShdw>
                </a:effectLst>
                <a:latin typeface="Arial Black" pitchFamily="34" charset="0"/>
              </a:rPr>
              <a:t>, M. </a:t>
            </a:r>
            <a:r>
              <a:rPr lang="en-US" sz="1500" b="1" dirty="0" smtClean="0">
                <a:ln w="1905"/>
                <a:solidFill>
                  <a:srgbClr val="002060"/>
                </a:solidFill>
                <a:effectLst>
                  <a:innerShdw blurRad="69850" dist="43180" dir="5400000">
                    <a:srgbClr val="000000">
                      <a:alpha val="65000"/>
                    </a:srgbClr>
                  </a:innerShdw>
                </a:effectLst>
                <a:latin typeface="Arial Black" pitchFamily="34" charset="0"/>
              </a:rPr>
              <a:t>Lewis and M</a:t>
            </a:r>
            <a:r>
              <a:rPr lang="en-US" sz="1500" b="1" dirty="0">
                <a:ln w="1905"/>
                <a:solidFill>
                  <a:srgbClr val="002060"/>
                </a:solidFill>
                <a:effectLst>
                  <a:innerShdw blurRad="69850" dist="43180" dir="5400000">
                    <a:srgbClr val="000000">
                      <a:alpha val="65000"/>
                    </a:srgbClr>
                  </a:innerShdw>
                </a:effectLst>
                <a:latin typeface="Arial Black" pitchFamily="34" charset="0"/>
              </a:rPr>
              <a:t>. Rossi</a:t>
            </a:r>
          </a:p>
          <a:p>
            <a:pPr algn="l">
              <a:spcBef>
                <a:spcPts val="600"/>
              </a:spcBef>
              <a:spcAft>
                <a:spcPts val="600"/>
              </a:spcAft>
              <a:defRPr/>
            </a:pP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2)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X-ray Structure Determination- A Practical Guide	</a:t>
            </a:r>
          </a:p>
          <a:p>
            <a:pPr algn="l">
              <a:spcBef>
                <a:spcPts val="600"/>
              </a:spcBef>
              <a:spcAft>
                <a:spcPts val="600"/>
              </a:spcAft>
              <a:defRPr/>
            </a:pPr>
            <a:r>
              <a:rPr lang="en-US" sz="1500" b="1" dirty="0" smtClean="0">
                <a:ln w="1905"/>
                <a:solidFill>
                  <a:srgbClr val="002060"/>
                </a:solidFill>
                <a:effectLst>
                  <a:innerShdw blurRad="69850" dist="43180" dir="5400000">
                    <a:srgbClr val="000000">
                      <a:alpha val="65000"/>
                    </a:srgbClr>
                  </a:innerShdw>
                </a:effectLst>
                <a:latin typeface="Arial Black" pitchFamily="34" charset="0"/>
              </a:rPr>
              <a:t>	George </a:t>
            </a:r>
            <a:r>
              <a:rPr lang="en-US" sz="1500" b="1" dirty="0">
                <a:ln w="1905"/>
                <a:solidFill>
                  <a:srgbClr val="002060"/>
                </a:solidFill>
                <a:effectLst>
                  <a:innerShdw blurRad="69850" dist="43180" dir="5400000">
                    <a:srgbClr val="000000">
                      <a:alpha val="65000"/>
                    </a:srgbClr>
                  </a:innerShdw>
                </a:effectLst>
                <a:latin typeface="Arial Black" pitchFamily="34" charset="0"/>
              </a:rPr>
              <a:t>H. </a:t>
            </a:r>
            <a:r>
              <a:rPr lang="en-US" sz="1500" b="1" dirty="0" smtClean="0">
                <a:ln w="1905"/>
                <a:solidFill>
                  <a:srgbClr val="002060"/>
                </a:solidFill>
                <a:effectLst>
                  <a:innerShdw blurRad="69850" dist="43180" dir="5400000">
                    <a:srgbClr val="000000">
                      <a:alpha val="65000"/>
                    </a:srgbClr>
                  </a:innerShdw>
                </a:effectLst>
                <a:latin typeface="Arial Black" pitchFamily="34" charset="0"/>
              </a:rPr>
              <a:t>Stout and Lyle </a:t>
            </a:r>
            <a:r>
              <a:rPr lang="en-US" sz="1500" b="1" dirty="0">
                <a:ln w="1905"/>
                <a:solidFill>
                  <a:srgbClr val="002060"/>
                </a:solidFill>
                <a:effectLst>
                  <a:innerShdw blurRad="69850" dist="43180" dir="5400000">
                    <a:srgbClr val="000000">
                      <a:alpha val="65000"/>
                    </a:srgbClr>
                  </a:innerShdw>
                </a:effectLst>
                <a:latin typeface="Arial Black" pitchFamily="34" charset="0"/>
              </a:rPr>
              <a:t>H. Jensen</a:t>
            </a:r>
            <a:endParaRPr lang="en-US" sz="15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endParaRPr>
          </a:p>
          <a:p>
            <a:pPr algn="l">
              <a:spcBef>
                <a:spcPts val="600"/>
              </a:spcBef>
              <a:spcAft>
                <a:spcPts val="600"/>
              </a:spcAft>
              <a:defRPr/>
            </a:pP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3)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Fundamentals of </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Crystallography</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endParaRPr>
          </a:p>
          <a:p>
            <a:pPr algn="l">
              <a:spcBef>
                <a:spcPts val="600"/>
              </a:spcBef>
              <a:spcAft>
                <a:spcPts val="600"/>
              </a:spcAft>
              <a:defRPr/>
            </a:pPr>
            <a:r>
              <a:rPr lang="en-US" sz="1500" b="1" dirty="0" smtClean="0">
                <a:ln w="1905"/>
                <a:solidFill>
                  <a:srgbClr val="002060"/>
                </a:solidFill>
                <a:effectLst>
                  <a:innerShdw blurRad="69850" dist="43180" dir="5400000">
                    <a:srgbClr val="000000">
                      <a:alpha val="65000"/>
                    </a:srgbClr>
                  </a:innerShdw>
                </a:effectLst>
                <a:latin typeface="Arial Black" pitchFamily="34" charset="0"/>
              </a:rPr>
              <a:t>	Editor</a:t>
            </a:r>
            <a:r>
              <a:rPr lang="en-US" sz="1500" b="1" dirty="0">
                <a:ln w="1905"/>
                <a:solidFill>
                  <a:srgbClr val="002060"/>
                </a:solidFill>
                <a:effectLst>
                  <a:innerShdw blurRad="69850" dist="43180" dir="5400000">
                    <a:srgbClr val="000000">
                      <a:alpha val="65000"/>
                    </a:srgbClr>
                  </a:innerShdw>
                </a:effectLst>
                <a:latin typeface="Arial Black" pitchFamily="34" charset="0"/>
              </a:rPr>
              <a:t>: Carmelo </a:t>
            </a:r>
            <a:r>
              <a:rPr lang="en-US" sz="1500" b="1" dirty="0" err="1">
                <a:ln w="1905"/>
                <a:solidFill>
                  <a:srgbClr val="002060"/>
                </a:solidFill>
                <a:effectLst>
                  <a:innerShdw blurRad="69850" dist="43180" dir="5400000">
                    <a:srgbClr val="000000">
                      <a:alpha val="65000"/>
                    </a:srgbClr>
                  </a:innerShdw>
                </a:effectLst>
                <a:latin typeface="Arial Black" pitchFamily="34" charset="0"/>
              </a:rPr>
              <a:t>Giacovazzo</a:t>
            </a:r>
            <a:endParaRPr lang="en-US" sz="1500" b="1" dirty="0">
              <a:ln w="1905"/>
              <a:solidFill>
                <a:srgbClr val="002060"/>
              </a:solidFill>
              <a:effectLst>
                <a:innerShdw blurRad="69850" dist="43180" dir="5400000">
                  <a:srgbClr val="000000">
                    <a:alpha val="65000"/>
                  </a:srgbClr>
                </a:innerShdw>
              </a:effectLst>
              <a:latin typeface="Arial Black" pitchFamily="34" charset="0"/>
            </a:endParaRPr>
          </a:p>
          <a:p>
            <a:pPr algn="l">
              <a:spcBef>
                <a:spcPts val="600"/>
              </a:spcBef>
              <a:spcAft>
                <a:spcPts val="600"/>
              </a:spcAft>
              <a:defRPr/>
            </a:pP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4)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Crystallography for Solid-State Physics</a:t>
            </a:r>
          </a:p>
          <a:p>
            <a:pPr algn="l">
              <a:spcBef>
                <a:spcPts val="600"/>
              </a:spcBef>
              <a:spcAft>
                <a:spcPts val="600"/>
              </a:spcAft>
              <a:defRPr/>
            </a:pPr>
            <a:r>
              <a:rPr lang="en-US" sz="1500" b="1" dirty="0" smtClean="0">
                <a:ln w="1905"/>
                <a:solidFill>
                  <a:srgbClr val="002060"/>
                </a:solidFill>
                <a:effectLst>
                  <a:innerShdw blurRad="69850" dist="43180" dir="5400000">
                    <a:srgbClr val="000000">
                      <a:alpha val="65000"/>
                    </a:srgbClr>
                  </a:innerShdw>
                </a:effectLst>
                <a:latin typeface="Arial Black" pitchFamily="34" charset="0"/>
              </a:rPr>
              <a:t>	A</a:t>
            </a:r>
            <a:r>
              <a:rPr lang="en-US" sz="1500" b="1" dirty="0">
                <a:ln w="1905"/>
                <a:solidFill>
                  <a:srgbClr val="002060"/>
                </a:solidFill>
                <a:effectLst>
                  <a:innerShdw blurRad="69850" dist="43180" dir="5400000">
                    <a:srgbClr val="000000">
                      <a:alpha val="65000"/>
                    </a:srgbClr>
                  </a:innerShdw>
                </a:effectLst>
                <a:latin typeface="Arial Black" pitchFamily="34" charset="0"/>
              </a:rPr>
              <a:t>. R. </a:t>
            </a:r>
            <a:r>
              <a:rPr lang="en-US" sz="1500" b="1" dirty="0" err="1" smtClean="0">
                <a:ln w="1905"/>
                <a:solidFill>
                  <a:srgbClr val="002060"/>
                </a:solidFill>
                <a:effectLst>
                  <a:innerShdw blurRad="69850" dist="43180" dir="5400000">
                    <a:srgbClr val="000000">
                      <a:alpha val="65000"/>
                    </a:srgbClr>
                  </a:innerShdw>
                </a:effectLst>
                <a:latin typeface="Arial Black" pitchFamily="34" charset="0"/>
              </a:rPr>
              <a:t>Verma</a:t>
            </a:r>
            <a:r>
              <a:rPr lang="en-US" sz="1500" b="1" dirty="0" smtClean="0">
                <a:ln w="1905"/>
                <a:solidFill>
                  <a:srgbClr val="002060"/>
                </a:solidFill>
                <a:effectLst>
                  <a:innerShdw blurRad="69850" dist="43180" dir="5400000">
                    <a:srgbClr val="000000">
                      <a:alpha val="65000"/>
                    </a:srgbClr>
                  </a:innerShdw>
                </a:effectLst>
                <a:latin typeface="Arial Black" pitchFamily="34" charset="0"/>
              </a:rPr>
              <a:t> and O</a:t>
            </a:r>
            <a:r>
              <a:rPr lang="en-US" sz="1500" b="1" dirty="0">
                <a:ln w="1905"/>
                <a:solidFill>
                  <a:srgbClr val="002060"/>
                </a:solidFill>
                <a:effectLst>
                  <a:innerShdw blurRad="69850" dist="43180" dir="5400000">
                    <a:srgbClr val="000000">
                      <a:alpha val="65000"/>
                    </a:srgbClr>
                  </a:innerShdw>
                </a:effectLst>
                <a:latin typeface="Arial Black" pitchFamily="34" charset="0"/>
              </a:rPr>
              <a:t>. N. </a:t>
            </a:r>
            <a:r>
              <a:rPr lang="en-US" sz="1500" b="1" dirty="0" err="1" smtClean="0">
                <a:ln w="1905"/>
                <a:solidFill>
                  <a:srgbClr val="002060"/>
                </a:solidFill>
                <a:effectLst>
                  <a:innerShdw blurRad="69850" dist="43180" dir="5400000">
                    <a:srgbClr val="000000">
                      <a:alpha val="65000"/>
                    </a:srgbClr>
                  </a:innerShdw>
                </a:effectLst>
                <a:latin typeface="Arial Black" pitchFamily="34" charset="0"/>
              </a:rPr>
              <a:t>Srivastava</a:t>
            </a:r>
            <a:endParaRPr lang="en-US" sz="1500" b="1" dirty="0" smtClean="0">
              <a:ln w="1905"/>
              <a:solidFill>
                <a:srgbClr val="002060"/>
              </a:solidFill>
              <a:effectLst>
                <a:innerShdw blurRad="69850" dist="43180" dir="5400000">
                  <a:srgbClr val="000000">
                    <a:alpha val="65000"/>
                  </a:srgbClr>
                </a:innerShdw>
              </a:effectLst>
              <a:latin typeface="Arial Black" pitchFamily="34" charset="0"/>
            </a:endParaRPr>
          </a:p>
          <a:p>
            <a:pPr algn="l">
              <a:spcBef>
                <a:spcPts val="600"/>
              </a:spcBef>
              <a:spcAft>
                <a:spcPts val="600"/>
              </a:spcAft>
              <a:defRPr/>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5) </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Crystal Structure Analysis: Principle and Practice</a:t>
            </a:r>
          </a:p>
          <a:p>
            <a:pPr algn="l">
              <a:spcBef>
                <a:spcPts val="600"/>
              </a:spcBef>
              <a:spcAft>
                <a:spcPts val="600"/>
              </a:spcAft>
              <a:defRPr/>
            </a:pPr>
            <a:r>
              <a:rPr lang="en-US" sz="1500" b="1" dirty="0" smtClean="0">
                <a:ln w="1905"/>
                <a:solidFill>
                  <a:srgbClr val="002060"/>
                </a:solidFill>
                <a:effectLst>
                  <a:innerShdw blurRad="69850" dist="43180" dir="5400000">
                    <a:srgbClr val="000000">
                      <a:alpha val="65000"/>
                    </a:srgbClr>
                  </a:innerShdw>
                </a:effectLst>
                <a:latin typeface="Arial Black" pitchFamily="34" charset="0"/>
              </a:rPr>
              <a:t>	W. Clegg, A. J. Blake, J. M. Cole, J. S. O. Evans and P. Main</a:t>
            </a:r>
          </a:p>
          <a:p>
            <a:pPr algn="l">
              <a:spcBef>
                <a:spcPts val="600"/>
              </a:spcBef>
              <a:spcAft>
                <a:spcPts val="600"/>
              </a:spcAft>
              <a:defRPr/>
            </a:pP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6) Crystallography Made Crystal Clear</a:t>
            </a:r>
          </a:p>
          <a:p>
            <a:pPr algn="l">
              <a:spcBef>
                <a:spcPts val="600"/>
              </a:spcBef>
              <a:spcAft>
                <a:spcPts val="600"/>
              </a:spcAft>
              <a:defRPr/>
            </a:pPr>
            <a:r>
              <a:rPr lang="en-US" sz="1500" b="1" dirty="0" smtClean="0">
                <a:ln w="1905"/>
                <a:solidFill>
                  <a:srgbClr val="002060"/>
                </a:solidFill>
                <a:effectLst>
                  <a:innerShdw blurRad="69850" dist="43180" dir="5400000">
                    <a:srgbClr val="000000">
                      <a:alpha val="65000"/>
                    </a:srgbClr>
                  </a:innerShdw>
                </a:effectLst>
                <a:latin typeface="Arial Black" pitchFamily="34" charset="0"/>
              </a:rPr>
              <a:t>	Gale Rhodes</a:t>
            </a:r>
            <a:endParaRPr lang="en-US" sz="15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endParaRPr>
          </a:p>
        </p:txBody>
      </p:sp>
      <p:sp>
        <p:nvSpPr>
          <p:cNvPr id="4" name="Text Box 2"/>
          <p:cNvSpPr txBox="1">
            <a:spLocks noChangeArrowheads="1"/>
          </p:cNvSpPr>
          <p:nvPr/>
        </p:nvSpPr>
        <p:spPr bwMode="auto">
          <a:xfrm>
            <a:off x="914400" y="501650"/>
            <a:ext cx="6781800" cy="641350"/>
          </a:xfrm>
          <a:prstGeom prst="rect">
            <a:avLst/>
          </a:prstGeom>
          <a:noFill/>
          <a:ln w="9525">
            <a:noFill/>
            <a:miter lim="800000"/>
            <a:headEnd/>
            <a:tailEnd/>
          </a:ln>
        </p:spPr>
        <p:txBody>
          <a:bodyPr>
            <a:spAutoFit/>
          </a:bodyPr>
          <a:lstStyle/>
          <a:p>
            <a:pPr algn="l">
              <a:spcBef>
                <a:spcPct val="50000"/>
              </a:spcBef>
              <a:defRPr/>
            </a:pPr>
            <a:r>
              <a:rPr lang="en-US" sz="3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Reference Books</a:t>
            </a:r>
          </a:p>
        </p:txBody>
      </p:sp>
      <p:sp>
        <p:nvSpPr>
          <p:cNvPr id="5" name="Slide Number Placeholder 4"/>
          <p:cNvSpPr>
            <a:spLocks noGrp="1"/>
          </p:cNvSpPr>
          <p:nvPr>
            <p:ph type="sldNum" sz="quarter" idx="12"/>
          </p:nvPr>
        </p:nvSpPr>
        <p:spPr/>
        <p:txBody>
          <a:bodyPr/>
          <a:lstStyle/>
          <a:p>
            <a:pPr>
              <a:defRPr/>
            </a:pPr>
            <a:fld id="{F8A8F1E4-4171-4FE9-8B87-ACBA1ABE166B}" type="slidenum">
              <a:rPr lang="en-US" smtClean="0"/>
              <a:pPr>
                <a:defRPr/>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914400" y="501650"/>
            <a:ext cx="7162800" cy="646331"/>
          </a:xfrm>
          <a:prstGeom prst="rect">
            <a:avLst/>
          </a:prstGeom>
          <a:noFill/>
          <a:ln w="9525">
            <a:noFill/>
            <a:miter lim="800000"/>
            <a:headEnd/>
            <a:tailEnd/>
          </a:ln>
        </p:spPr>
        <p:txBody>
          <a:bodyPr>
            <a:spAutoFit/>
          </a:bodyPr>
          <a:lstStyle/>
          <a:p>
            <a:pPr algn="l">
              <a:spcBef>
                <a:spcPct val="50000"/>
              </a:spcBef>
              <a:defRPr/>
            </a:pPr>
            <a:r>
              <a:rPr lang="en-US" sz="3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Crystallography – what &amp; why?</a:t>
            </a:r>
          </a:p>
        </p:txBody>
      </p:sp>
      <p:sp>
        <p:nvSpPr>
          <p:cNvPr id="5" name="Slide Number Placeholder 4"/>
          <p:cNvSpPr>
            <a:spLocks noGrp="1"/>
          </p:cNvSpPr>
          <p:nvPr>
            <p:ph type="sldNum" sz="quarter" idx="12"/>
          </p:nvPr>
        </p:nvSpPr>
        <p:spPr/>
        <p:txBody>
          <a:bodyPr/>
          <a:lstStyle/>
          <a:p>
            <a:pPr>
              <a:defRPr/>
            </a:pPr>
            <a:fld id="{FF6D013E-79B6-47D6-B697-DF638F620E22}" type="slidenum">
              <a:rPr lang="en-US" smtClean="0"/>
              <a:pPr>
                <a:defRPr/>
              </a:pPr>
              <a:t>10</a:t>
            </a:fld>
            <a:endParaRPr lang="en-US"/>
          </a:p>
        </p:txBody>
      </p:sp>
      <p:sp>
        <p:nvSpPr>
          <p:cNvPr id="76804" name="Rectangle 5"/>
          <p:cNvSpPr>
            <a:spLocks noChangeArrowheads="1"/>
          </p:cNvSpPr>
          <p:nvPr/>
        </p:nvSpPr>
        <p:spPr bwMode="auto">
          <a:xfrm>
            <a:off x="381000" y="1371600"/>
            <a:ext cx="8153400" cy="28623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just">
              <a:lnSpc>
                <a:spcPct val="150000"/>
              </a:lnSpc>
            </a:pPr>
            <a:r>
              <a:rPr lang="en-US" sz="2000" b="1" dirty="0">
                <a:solidFill>
                  <a:srgbClr val="FF0000"/>
                </a:solidFill>
              </a:rPr>
              <a:t>What?</a:t>
            </a:r>
          </a:p>
          <a:p>
            <a:pPr algn="just">
              <a:lnSpc>
                <a:spcPct val="150000"/>
              </a:lnSpc>
            </a:pPr>
            <a:r>
              <a:rPr lang="en-US" sz="2000" b="1" dirty="0"/>
              <a:t>- Extraction of structural information from X-ray diffraction data</a:t>
            </a:r>
          </a:p>
          <a:p>
            <a:pPr algn="just">
              <a:lnSpc>
                <a:spcPct val="150000"/>
              </a:lnSpc>
            </a:pPr>
            <a:r>
              <a:rPr lang="en-US" sz="2000" b="1" dirty="0"/>
              <a:t>- Determination of the </a:t>
            </a:r>
            <a:r>
              <a:rPr lang="en-US" sz="2000" b="1" dirty="0" smtClean="0"/>
              <a:t>molecular </a:t>
            </a:r>
            <a:r>
              <a:rPr lang="en-US" sz="2000" b="1" dirty="0"/>
              <a:t>structure of crystalline solids</a:t>
            </a:r>
          </a:p>
          <a:p>
            <a:pPr algn="just">
              <a:lnSpc>
                <a:spcPct val="150000"/>
              </a:lnSpc>
            </a:pPr>
            <a:r>
              <a:rPr lang="en-US" sz="2000" b="1" dirty="0"/>
              <a:t>- Location and type of atoms, bond distances/local environment</a:t>
            </a:r>
          </a:p>
          <a:p>
            <a:pPr marL="342900" indent="-342900" algn="just">
              <a:lnSpc>
                <a:spcPct val="150000"/>
              </a:lnSpc>
              <a:buFontTx/>
              <a:buChar char="-"/>
            </a:pPr>
            <a:r>
              <a:rPr lang="en-US" sz="2000" b="1" dirty="0" smtClean="0"/>
              <a:t>Absolute structure</a:t>
            </a:r>
          </a:p>
          <a:p>
            <a:pPr marL="342900" indent="-342900" algn="just">
              <a:lnSpc>
                <a:spcPct val="150000"/>
              </a:lnSpc>
              <a:buFontTx/>
              <a:buChar char="-"/>
            </a:pPr>
            <a:r>
              <a:rPr lang="en-US" sz="2000" b="1" dirty="0" smtClean="0"/>
              <a:t>Understanding Molecular Psychology </a:t>
            </a:r>
            <a:endParaRPr lang="en-US" sz="2000" b="1" dirty="0"/>
          </a:p>
        </p:txBody>
      </p:sp>
      <p:sp>
        <p:nvSpPr>
          <p:cNvPr id="7" name="Rectangle 6"/>
          <p:cNvSpPr>
            <a:spLocks noChangeArrowheads="1"/>
          </p:cNvSpPr>
          <p:nvPr/>
        </p:nvSpPr>
        <p:spPr bwMode="auto">
          <a:xfrm>
            <a:off x="1070811" y="4419600"/>
            <a:ext cx="7010400" cy="2008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342900" indent="-342900" algn="l">
              <a:lnSpc>
                <a:spcPct val="150000"/>
              </a:lnSpc>
              <a:spcBef>
                <a:spcPct val="20000"/>
              </a:spcBef>
            </a:pPr>
            <a:r>
              <a:rPr lang="en-US" altLang="zh-TW" sz="2000" b="1" dirty="0">
                <a:solidFill>
                  <a:srgbClr val="0070C0"/>
                </a:solidFill>
                <a:ea typeface="PMingLiU" pitchFamily="18" charset="-120"/>
              </a:rPr>
              <a:t>is the science of the structure of crystals; it includes</a:t>
            </a:r>
            <a:r>
              <a:rPr lang="en-US" altLang="zh-TW" sz="2400" b="1" dirty="0">
                <a:ea typeface="PMingLiU" pitchFamily="18" charset="-120"/>
              </a:rPr>
              <a:t> </a:t>
            </a:r>
          </a:p>
          <a:p>
            <a:pPr marL="342900" indent="-342900" algn="l">
              <a:lnSpc>
                <a:spcPct val="150000"/>
              </a:lnSpc>
              <a:spcBef>
                <a:spcPct val="20000"/>
              </a:spcBef>
              <a:buFontTx/>
              <a:buChar char="•"/>
            </a:pPr>
            <a:r>
              <a:rPr lang="en-US" altLang="zh-TW" b="1" dirty="0">
                <a:ea typeface="PMingLiU" pitchFamily="18" charset="-120"/>
              </a:rPr>
              <a:t>the </a:t>
            </a:r>
            <a:r>
              <a:rPr lang="en-US" altLang="zh-TW" b="1" dirty="0">
                <a:solidFill>
                  <a:srgbClr val="FF9900"/>
                </a:solidFill>
                <a:ea typeface="PMingLiU" pitchFamily="18" charset="-120"/>
              </a:rPr>
              <a:t>ways</a:t>
            </a:r>
            <a:r>
              <a:rPr lang="en-US" altLang="zh-TW" b="1" dirty="0">
                <a:ea typeface="PMingLiU" pitchFamily="18" charset="-120"/>
              </a:rPr>
              <a:t> of describing the structure of a crystal</a:t>
            </a:r>
          </a:p>
          <a:p>
            <a:pPr marL="342900" indent="-342900" algn="l">
              <a:lnSpc>
                <a:spcPct val="150000"/>
              </a:lnSpc>
              <a:spcBef>
                <a:spcPct val="20000"/>
              </a:spcBef>
              <a:buFontTx/>
              <a:buChar char="•"/>
            </a:pPr>
            <a:r>
              <a:rPr lang="en-US" altLang="zh-TW" b="1" dirty="0">
                <a:ea typeface="PMingLiU" pitchFamily="18" charset="-120"/>
              </a:rPr>
              <a:t>the </a:t>
            </a:r>
            <a:r>
              <a:rPr lang="en-US" altLang="zh-TW" b="1" dirty="0">
                <a:solidFill>
                  <a:srgbClr val="FF9900"/>
                </a:solidFill>
                <a:ea typeface="PMingLiU" pitchFamily="18" charset="-120"/>
              </a:rPr>
              <a:t>atomic and molecular</a:t>
            </a:r>
            <a:r>
              <a:rPr lang="en-US" altLang="zh-TW" b="1" dirty="0">
                <a:ea typeface="PMingLiU" pitchFamily="18" charset="-120"/>
              </a:rPr>
              <a:t> arrangement in 3D</a:t>
            </a:r>
          </a:p>
          <a:p>
            <a:pPr marL="342900" indent="-342900" algn="l">
              <a:lnSpc>
                <a:spcPct val="150000"/>
              </a:lnSpc>
              <a:spcBef>
                <a:spcPct val="20000"/>
              </a:spcBef>
              <a:buFontTx/>
              <a:buChar char="•"/>
            </a:pPr>
            <a:r>
              <a:rPr lang="en-US" altLang="zh-TW" b="1" dirty="0">
                <a:ea typeface="PMingLiU" pitchFamily="18" charset="-120"/>
              </a:rPr>
              <a:t>the </a:t>
            </a:r>
            <a:r>
              <a:rPr lang="en-US" altLang="zh-TW" b="1" dirty="0">
                <a:solidFill>
                  <a:srgbClr val="FF9900"/>
                </a:solidFill>
                <a:ea typeface="PMingLiU" pitchFamily="18" charset="-120"/>
              </a:rPr>
              <a:t>methods</a:t>
            </a:r>
            <a:r>
              <a:rPr lang="en-US" altLang="zh-TW" b="1" dirty="0">
                <a:ea typeface="PMingLiU" pitchFamily="18" charset="-120"/>
              </a:rPr>
              <a:t> by which structures are determined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914400" y="381000"/>
            <a:ext cx="7162800" cy="646331"/>
          </a:xfrm>
          <a:prstGeom prst="rect">
            <a:avLst/>
          </a:prstGeom>
          <a:noFill/>
          <a:ln w="9525">
            <a:noFill/>
            <a:miter lim="800000"/>
            <a:headEnd/>
            <a:tailEnd/>
          </a:ln>
        </p:spPr>
        <p:txBody>
          <a:bodyPr>
            <a:spAutoFit/>
          </a:bodyPr>
          <a:lstStyle/>
          <a:p>
            <a:pPr algn="l">
              <a:spcBef>
                <a:spcPct val="50000"/>
              </a:spcBef>
              <a:defRPr/>
            </a:pPr>
            <a:r>
              <a:rPr lang="en-US" sz="36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Crystallography – what &amp; why?</a:t>
            </a:r>
          </a:p>
        </p:txBody>
      </p:sp>
      <p:sp>
        <p:nvSpPr>
          <p:cNvPr id="5" name="Slide Number Placeholder 4"/>
          <p:cNvSpPr>
            <a:spLocks noGrp="1"/>
          </p:cNvSpPr>
          <p:nvPr>
            <p:ph type="sldNum" sz="quarter" idx="12"/>
          </p:nvPr>
        </p:nvSpPr>
        <p:spPr>
          <a:xfrm>
            <a:off x="8348663" y="5959475"/>
            <a:ext cx="457200" cy="365125"/>
          </a:xfrm>
        </p:spPr>
        <p:txBody>
          <a:bodyPr/>
          <a:lstStyle/>
          <a:p>
            <a:pPr>
              <a:defRPr/>
            </a:pPr>
            <a:fld id="{7FE9A479-9B69-4D8F-9616-8896BC330A4F}" type="slidenum">
              <a:rPr lang="en-US" smtClean="0"/>
              <a:pPr>
                <a:defRPr/>
              </a:pPr>
              <a:t>11</a:t>
            </a:fld>
            <a:endParaRPr lang="en-US"/>
          </a:p>
        </p:txBody>
      </p:sp>
      <p:sp>
        <p:nvSpPr>
          <p:cNvPr id="6" name="Rectangle 5"/>
          <p:cNvSpPr>
            <a:spLocks noChangeArrowheads="1"/>
          </p:cNvSpPr>
          <p:nvPr/>
        </p:nvSpPr>
        <p:spPr bwMode="auto">
          <a:xfrm>
            <a:off x="304800" y="5553075"/>
            <a:ext cx="8305800" cy="873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231775" indent="-231775" algn="just">
              <a:lnSpc>
                <a:spcPct val="150000"/>
              </a:lnSpc>
              <a:buFont typeface="Wingdings" pitchFamily="2" charset="2"/>
              <a:buChar char="q"/>
            </a:pPr>
            <a:r>
              <a:rPr lang="en-US" b="1" dirty="0">
                <a:solidFill>
                  <a:srgbClr val="003399"/>
                </a:solidFill>
              </a:rPr>
              <a:t> Impact of crystallography can be seen in the large number of Nobel Prizes for work related to crystallography or diffraction</a:t>
            </a:r>
          </a:p>
        </p:txBody>
      </p:sp>
      <p:sp>
        <p:nvSpPr>
          <p:cNvPr id="78853" name="Rectangle 7"/>
          <p:cNvSpPr>
            <a:spLocks noChangeArrowheads="1"/>
          </p:cNvSpPr>
          <p:nvPr/>
        </p:nvSpPr>
        <p:spPr bwMode="auto">
          <a:xfrm>
            <a:off x="457200" y="1143000"/>
            <a:ext cx="812800" cy="50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just">
              <a:lnSpc>
                <a:spcPct val="150000"/>
              </a:lnSpc>
            </a:pPr>
            <a:r>
              <a:rPr lang="en-US" b="1">
                <a:solidFill>
                  <a:srgbClr val="FF0000"/>
                </a:solidFill>
              </a:rPr>
              <a:t>Why?</a:t>
            </a:r>
          </a:p>
        </p:txBody>
      </p:sp>
      <p:sp>
        <p:nvSpPr>
          <p:cNvPr id="78854" name="Rectangle 8"/>
          <p:cNvSpPr>
            <a:spLocks noChangeArrowheads="1"/>
          </p:cNvSpPr>
          <p:nvPr/>
        </p:nvSpPr>
        <p:spPr bwMode="auto">
          <a:xfrm>
            <a:off x="304800" y="1676400"/>
            <a:ext cx="8229600" cy="175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just">
              <a:lnSpc>
                <a:spcPct val="150000"/>
              </a:lnSpc>
              <a:buFont typeface="Wingdings" pitchFamily="2" charset="2"/>
              <a:buChar char="q"/>
            </a:pPr>
            <a:r>
              <a:rPr lang="en-US" b="1" dirty="0">
                <a:solidFill>
                  <a:srgbClr val="003399"/>
                </a:solidFill>
              </a:rPr>
              <a:t> Materials’ properties are intimately related to their structures</a:t>
            </a:r>
          </a:p>
          <a:p>
            <a:pPr marL="285750" indent="-285750" algn="just">
              <a:lnSpc>
                <a:spcPct val="150000"/>
              </a:lnSpc>
              <a:buFont typeface="Wingdings" pitchFamily="2" charset="2"/>
              <a:buChar char="Ø"/>
            </a:pPr>
            <a:r>
              <a:rPr lang="en-US" b="1" dirty="0">
                <a:solidFill>
                  <a:schemeClr val="accent4">
                    <a:lumMod val="60000"/>
                    <a:lumOff val="40000"/>
                  </a:schemeClr>
                </a:solidFill>
              </a:rPr>
              <a:t> 	</a:t>
            </a:r>
            <a:r>
              <a:rPr lang="en-US" b="1" dirty="0" smtClean="0">
                <a:solidFill>
                  <a:schemeClr val="accent4">
                    <a:lumMod val="60000"/>
                    <a:lumOff val="40000"/>
                  </a:schemeClr>
                </a:solidFill>
              </a:rPr>
              <a:t>Understanding </a:t>
            </a:r>
            <a:r>
              <a:rPr lang="en-US" b="1" dirty="0">
                <a:solidFill>
                  <a:schemeClr val="accent4">
                    <a:lumMod val="60000"/>
                    <a:lumOff val="40000"/>
                  </a:schemeClr>
                </a:solidFill>
              </a:rPr>
              <a:t>certain properties requires knowledge of 	atomic arrangement, e.g. </a:t>
            </a:r>
            <a:r>
              <a:rPr lang="en-US" b="1" dirty="0" err="1">
                <a:solidFill>
                  <a:schemeClr val="accent4">
                    <a:lumMod val="60000"/>
                    <a:lumOff val="40000"/>
                  </a:schemeClr>
                </a:solidFill>
              </a:rPr>
              <a:t>piezoelectrics</a:t>
            </a:r>
            <a:r>
              <a:rPr lang="en-US" b="1" dirty="0">
                <a:solidFill>
                  <a:schemeClr val="accent4">
                    <a:lumMod val="60000"/>
                    <a:lumOff val="40000"/>
                  </a:schemeClr>
                </a:solidFill>
              </a:rPr>
              <a:t>, polarization, optical 	activity</a:t>
            </a:r>
          </a:p>
        </p:txBody>
      </p:sp>
      <p:sp>
        <p:nvSpPr>
          <p:cNvPr id="10" name="Rectangle 9"/>
          <p:cNvSpPr>
            <a:spLocks noChangeArrowheads="1"/>
          </p:cNvSpPr>
          <p:nvPr/>
        </p:nvSpPr>
        <p:spPr bwMode="auto">
          <a:xfrm>
            <a:off x="304800" y="3429000"/>
            <a:ext cx="8229600" cy="871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282575" indent="-282575" algn="just">
              <a:lnSpc>
                <a:spcPct val="150000"/>
              </a:lnSpc>
              <a:buFont typeface="Wingdings" pitchFamily="2" charset="2"/>
              <a:buChar char="q"/>
            </a:pPr>
            <a:r>
              <a:rPr lang="fr-CH" b="1">
                <a:solidFill>
                  <a:srgbClr val="003399"/>
                </a:solidFill>
              </a:rPr>
              <a:t> Can be applied to both </a:t>
            </a:r>
            <a:r>
              <a:rPr lang="fr-CH" altLang="zh-TW" b="1">
                <a:solidFill>
                  <a:srgbClr val="003399"/>
                </a:solidFill>
                <a:ea typeface="PMingLiU" pitchFamily="18" charset="-120"/>
              </a:rPr>
              <a:t>single  </a:t>
            </a:r>
            <a:r>
              <a:rPr lang="fr-CH" b="1">
                <a:solidFill>
                  <a:srgbClr val="003399"/>
                </a:solidFill>
              </a:rPr>
              <a:t>crystals (</a:t>
            </a:r>
            <a:r>
              <a:rPr lang="fr-CH" b="1">
                <a:solidFill>
                  <a:srgbClr val="C00000"/>
                </a:solidFill>
              </a:rPr>
              <a:t>small and big molecules</a:t>
            </a:r>
            <a:r>
              <a:rPr lang="fr-CH" b="1">
                <a:solidFill>
                  <a:srgbClr val="003399"/>
                </a:solidFill>
              </a:rPr>
              <a:t>) and in some cases </a:t>
            </a:r>
            <a:r>
              <a:rPr lang="fr-CH" b="1">
                <a:solidFill>
                  <a:srgbClr val="C00000"/>
                </a:solidFill>
              </a:rPr>
              <a:t>powders</a:t>
            </a:r>
            <a:endParaRPr lang="en-US">
              <a:solidFill>
                <a:srgbClr val="C00000"/>
              </a:solidFill>
            </a:endParaRPr>
          </a:p>
        </p:txBody>
      </p:sp>
      <p:sp>
        <p:nvSpPr>
          <p:cNvPr id="11" name="Rectangle 10"/>
          <p:cNvSpPr>
            <a:spLocks noChangeArrowheads="1"/>
          </p:cNvSpPr>
          <p:nvPr/>
        </p:nvSpPr>
        <p:spPr bwMode="auto">
          <a:xfrm>
            <a:off x="304800" y="4267200"/>
            <a:ext cx="8458200" cy="13388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282575" indent="-282575" algn="just">
              <a:lnSpc>
                <a:spcPct val="150000"/>
              </a:lnSpc>
              <a:buFont typeface="Wingdings" pitchFamily="2" charset="2"/>
              <a:buChar char="q"/>
            </a:pPr>
            <a:r>
              <a:rPr lang="fr-CH" b="1" dirty="0">
                <a:solidFill>
                  <a:srgbClr val="003399"/>
                </a:solidFill>
              </a:rPr>
              <a:t> </a:t>
            </a:r>
            <a:r>
              <a:rPr lang="fr-CH" b="1" dirty="0">
                <a:solidFill>
                  <a:srgbClr val="3399FF"/>
                </a:solidFill>
              </a:rPr>
              <a:t>This technique </a:t>
            </a:r>
            <a:r>
              <a:rPr lang="fr-CH" b="1" dirty="0" err="1">
                <a:solidFill>
                  <a:srgbClr val="3399FF"/>
                </a:solidFill>
              </a:rPr>
              <a:t>is</a:t>
            </a:r>
            <a:r>
              <a:rPr lang="fr-CH" b="1" dirty="0">
                <a:solidFill>
                  <a:srgbClr val="3399FF"/>
                </a:solidFill>
              </a:rPr>
              <a:t> essential for </a:t>
            </a:r>
            <a:r>
              <a:rPr lang="fr-CH" b="1" dirty="0" err="1">
                <a:solidFill>
                  <a:srgbClr val="3399FF"/>
                </a:solidFill>
              </a:rPr>
              <a:t>chemists</a:t>
            </a:r>
            <a:r>
              <a:rPr lang="fr-CH" b="1" dirty="0">
                <a:solidFill>
                  <a:srgbClr val="3399FF"/>
                </a:solidFill>
              </a:rPr>
              <a:t> </a:t>
            </a:r>
            <a:r>
              <a:rPr lang="fr-CH" b="1" dirty="0" err="1">
                <a:solidFill>
                  <a:srgbClr val="3399FF"/>
                </a:solidFill>
              </a:rPr>
              <a:t>today</a:t>
            </a:r>
            <a:r>
              <a:rPr lang="fr-CH" altLang="zh-TW" b="1" dirty="0">
                <a:solidFill>
                  <a:srgbClr val="3399FF"/>
                </a:solidFill>
                <a:ea typeface="PMingLiU" pitchFamily="18" charset="-120"/>
              </a:rPr>
              <a:t> for </a:t>
            </a:r>
            <a:r>
              <a:rPr lang="fr-CH" b="1" dirty="0" err="1">
                <a:solidFill>
                  <a:srgbClr val="3399FF"/>
                </a:solidFill>
              </a:rPr>
              <a:t>knowledge</a:t>
            </a:r>
            <a:r>
              <a:rPr lang="fr-CH" b="1" dirty="0">
                <a:solidFill>
                  <a:srgbClr val="3399FF"/>
                </a:solidFill>
              </a:rPr>
              <a:t> of </a:t>
            </a:r>
            <a:r>
              <a:rPr lang="fr-CH" b="1" dirty="0" err="1">
                <a:solidFill>
                  <a:srgbClr val="3399FF"/>
                </a:solidFill>
              </a:rPr>
              <a:t>accurate</a:t>
            </a:r>
            <a:r>
              <a:rPr lang="fr-CH" b="1" dirty="0">
                <a:solidFill>
                  <a:srgbClr val="3399FF"/>
                </a:solidFill>
              </a:rPr>
              <a:t> </a:t>
            </a:r>
            <a:r>
              <a:rPr lang="fr-CH" b="1" dirty="0" err="1">
                <a:solidFill>
                  <a:srgbClr val="3399FF"/>
                </a:solidFill>
              </a:rPr>
              <a:t>molecular</a:t>
            </a:r>
            <a:r>
              <a:rPr lang="fr-CH" b="1" dirty="0">
                <a:solidFill>
                  <a:srgbClr val="3399FF"/>
                </a:solidFill>
              </a:rPr>
              <a:t> structure, </a:t>
            </a:r>
            <a:r>
              <a:rPr lang="fr-CH" b="1" dirty="0" err="1">
                <a:solidFill>
                  <a:srgbClr val="3399FF"/>
                </a:solidFill>
              </a:rPr>
              <a:t>which</a:t>
            </a:r>
            <a:r>
              <a:rPr lang="fr-CH" b="1" dirty="0">
                <a:solidFill>
                  <a:srgbClr val="3399FF"/>
                </a:solidFill>
              </a:rPr>
              <a:t> </a:t>
            </a:r>
            <a:r>
              <a:rPr lang="fr-CH" b="1" dirty="0" err="1">
                <a:solidFill>
                  <a:srgbClr val="3399FF"/>
                </a:solidFill>
              </a:rPr>
              <a:t>is</a:t>
            </a:r>
            <a:r>
              <a:rPr lang="fr-CH" b="1" dirty="0">
                <a:solidFill>
                  <a:srgbClr val="3399FF"/>
                </a:solidFill>
              </a:rPr>
              <a:t> essential for structure </a:t>
            </a:r>
            <a:r>
              <a:rPr lang="fr-CH" b="1" dirty="0" err="1">
                <a:solidFill>
                  <a:srgbClr val="3399FF"/>
                </a:solidFill>
              </a:rPr>
              <a:t>based</a:t>
            </a:r>
            <a:r>
              <a:rPr lang="fr-CH" b="1" dirty="0">
                <a:solidFill>
                  <a:srgbClr val="3399FF"/>
                </a:solidFill>
              </a:rPr>
              <a:t> </a:t>
            </a:r>
            <a:r>
              <a:rPr lang="fr-CH" b="1" dirty="0" err="1">
                <a:solidFill>
                  <a:srgbClr val="3399FF"/>
                </a:solidFill>
              </a:rPr>
              <a:t>functional</a:t>
            </a:r>
            <a:r>
              <a:rPr lang="fr-CH" b="1" dirty="0">
                <a:solidFill>
                  <a:srgbClr val="3399FF"/>
                </a:solidFill>
              </a:rPr>
              <a:t> </a:t>
            </a:r>
            <a:r>
              <a:rPr lang="fr-CH" b="1" dirty="0" err="1">
                <a:solidFill>
                  <a:srgbClr val="3399FF"/>
                </a:solidFill>
              </a:rPr>
              <a:t>studies</a:t>
            </a:r>
            <a:r>
              <a:rPr lang="fr-CH" b="1" dirty="0">
                <a:solidFill>
                  <a:srgbClr val="3399FF"/>
                </a:solidFill>
              </a:rPr>
              <a:t> to </a:t>
            </a:r>
            <a:r>
              <a:rPr lang="fr-CH" b="1" dirty="0" err="1">
                <a:solidFill>
                  <a:srgbClr val="3399FF"/>
                </a:solidFill>
              </a:rPr>
              <a:t>aid</a:t>
            </a:r>
            <a:r>
              <a:rPr lang="fr-CH" b="1" dirty="0">
                <a:solidFill>
                  <a:srgbClr val="3399FF"/>
                </a:solidFill>
              </a:rPr>
              <a:t> in the </a:t>
            </a:r>
            <a:r>
              <a:rPr lang="fr-CH" b="1" dirty="0" err="1">
                <a:solidFill>
                  <a:srgbClr val="3399FF"/>
                </a:solidFill>
              </a:rPr>
              <a:t>development</a:t>
            </a:r>
            <a:r>
              <a:rPr lang="fr-CH" b="1" dirty="0">
                <a:solidFill>
                  <a:srgbClr val="3399FF"/>
                </a:solidFill>
              </a:rPr>
              <a:t> of effective </a:t>
            </a:r>
            <a:r>
              <a:rPr lang="fr-CH" altLang="zh-TW" b="1" dirty="0" err="1">
                <a:solidFill>
                  <a:srgbClr val="3399FF"/>
                </a:solidFill>
                <a:ea typeface="PMingLiU" pitchFamily="18" charset="-120"/>
              </a:rPr>
              <a:t>materials</a:t>
            </a:r>
            <a:r>
              <a:rPr lang="fr-CH" altLang="zh-TW" b="1" dirty="0">
                <a:solidFill>
                  <a:srgbClr val="3399FF"/>
                </a:solidFill>
                <a:ea typeface="PMingLiU" pitchFamily="18" charset="-120"/>
              </a:rPr>
              <a:t>.</a:t>
            </a:r>
            <a:endParaRPr lang="en-US" dirty="0">
              <a:solidFill>
                <a:srgbClr val="3399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8D55D99-82BA-41E8-8F75-66B2724DAFB0}" type="slidenum">
              <a:rPr lang="en-US" smtClean="0"/>
              <a:pPr>
                <a:defRPr/>
              </a:pPr>
              <a:t>12</a:t>
            </a:fld>
            <a:endParaRPr lang="en-US"/>
          </a:p>
        </p:txBody>
      </p:sp>
      <p:grpSp>
        <p:nvGrpSpPr>
          <p:cNvPr id="5" name="Group 4"/>
          <p:cNvGrpSpPr/>
          <p:nvPr/>
        </p:nvGrpSpPr>
        <p:grpSpPr>
          <a:xfrm>
            <a:off x="1219200" y="1143000"/>
            <a:ext cx="6534150" cy="5057775"/>
            <a:chOff x="1619250" y="1800225"/>
            <a:chExt cx="5905500" cy="4552950"/>
          </a:xfrm>
        </p:grpSpPr>
        <p:pic>
          <p:nvPicPr>
            <p:cNvPr id="2050" name="Picture 2"/>
            <p:cNvPicPr>
              <a:picLocks noChangeAspect="1" noChangeArrowheads="1"/>
            </p:cNvPicPr>
            <p:nvPr/>
          </p:nvPicPr>
          <p:blipFill>
            <a:blip r:embed="rId2" cstate="print"/>
            <a:srcRect/>
            <a:stretch>
              <a:fillRect/>
            </a:stretch>
          </p:blipFill>
          <p:spPr bwMode="auto">
            <a:xfrm>
              <a:off x="1619250" y="1800225"/>
              <a:ext cx="5905500" cy="325755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1752600" y="5105400"/>
              <a:ext cx="2695575" cy="1247775"/>
            </a:xfrm>
            <a:prstGeom prst="rect">
              <a:avLst/>
            </a:prstGeom>
            <a:noFill/>
            <a:ln w="9525">
              <a:noFill/>
              <a:miter lim="800000"/>
              <a:headEnd/>
              <a:tailEnd/>
            </a:ln>
            <a:effectLst/>
          </p:spPr>
        </p:pic>
      </p:grpSp>
      <p:sp>
        <p:nvSpPr>
          <p:cNvPr id="6" name="Text Box 2"/>
          <p:cNvSpPr txBox="1">
            <a:spLocks noChangeArrowheads="1"/>
          </p:cNvSpPr>
          <p:nvPr/>
        </p:nvSpPr>
        <p:spPr bwMode="auto">
          <a:xfrm>
            <a:off x="1905000" y="457200"/>
            <a:ext cx="4953000" cy="553998"/>
          </a:xfrm>
          <a:prstGeom prst="rect">
            <a:avLst/>
          </a:prstGeom>
          <a:noFill/>
          <a:ln w="9525">
            <a:noFill/>
            <a:miter lim="800000"/>
            <a:headEnd/>
            <a:tailEnd/>
          </a:ln>
        </p:spPr>
        <p:txBody>
          <a:bodyPr wrap="squar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l">
              <a:spcBef>
                <a:spcPct val="50000"/>
              </a:spcBef>
              <a:defRPr/>
            </a:pPr>
            <a:r>
              <a:rPr lang="en-US" sz="3000" b="1" dirty="0" smtClean="0">
                <a:ln/>
                <a:solidFill>
                  <a:schemeClr val="accent3"/>
                </a:solidFill>
                <a:latin typeface="Comic Sans MS" pitchFamily="66" charset="0"/>
              </a:rPr>
              <a:t>Crystallography Matters</a:t>
            </a:r>
            <a:endParaRPr lang="en-US" sz="3000" b="1" dirty="0">
              <a:ln/>
              <a:solidFill>
                <a:schemeClr val="accent3"/>
              </a:solidFill>
              <a:latin typeface="Comic Sans MS" pitchFamily="66"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3581400" y="381000"/>
            <a:ext cx="2286000" cy="461665"/>
          </a:xfrm>
          <a:prstGeom prst="rect">
            <a:avLst/>
          </a:prstGeom>
          <a:noFill/>
          <a:ln w="9525">
            <a:noFill/>
            <a:miter lim="800000"/>
            <a:headEnd/>
            <a:tailEnd/>
          </a:ln>
        </p:spPr>
        <p:txBody>
          <a:bodyPr wrap="square">
            <a:spAutoFit/>
          </a:bodyPr>
          <a:lstStyle/>
          <a:p>
            <a:pPr algn="l">
              <a:spcBef>
                <a:spcPct val="50000"/>
              </a:spcBef>
              <a:defRPr/>
            </a:pPr>
            <a:r>
              <a:rPr lang="en-US" sz="2400" b="1" u="sng" dirty="0" smtClean="0">
                <a:ln w="19050">
                  <a:solidFill>
                    <a:schemeClr val="tx2">
                      <a:tint val="1000"/>
                    </a:schemeClr>
                  </a:solidFill>
                  <a:prstDash val="solid"/>
                </a:ln>
                <a:solidFill>
                  <a:srgbClr val="C00000"/>
                </a:solidFill>
                <a:effectLst>
                  <a:outerShdw blurRad="50000" dist="50800" dir="7500000" algn="tl">
                    <a:srgbClr val="000000">
                      <a:shade val="5000"/>
                      <a:alpha val="35000"/>
                    </a:srgbClr>
                  </a:outerShdw>
                </a:effectLst>
                <a:latin typeface="Comic Sans MS" pitchFamily="66" charset="0"/>
              </a:rPr>
              <a:t>Polymorphism</a:t>
            </a:r>
            <a:endParaRPr lang="en-US" sz="2400" b="1" u="sng" dirty="0">
              <a:ln w="19050">
                <a:solidFill>
                  <a:schemeClr val="tx2">
                    <a:tint val="1000"/>
                  </a:schemeClr>
                </a:solidFill>
                <a:prstDash val="solid"/>
              </a:ln>
              <a:solidFill>
                <a:srgbClr val="C00000"/>
              </a:solidFill>
              <a:effectLst>
                <a:outerShdw blurRad="50000" dist="50800" dir="7500000" algn="tl">
                  <a:srgbClr val="000000">
                    <a:shade val="5000"/>
                    <a:alpha val="35000"/>
                  </a:srgbClr>
                </a:outerShdw>
              </a:effectLst>
              <a:latin typeface="Comic Sans MS" pitchFamily="66" charset="0"/>
            </a:endParaRPr>
          </a:p>
        </p:txBody>
      </p:sp>
      <p:sp>
        <p:nvSpPr>
          <p:cNvPr id="17" name="Rectangle 3"/>
          <p:cNvSpPr>
            <a:spLocks noChangeArrowheads="1"/>
          </p:cNvSpPr>
          <p:nvPr/>
        </p:nvSpPr>
        <p:spPr bwMode="auto">
          <a:xfrm>
            <a:off x="685800" y="1066800"/>
            <a:ext cx="7620000" cy="1200329"/>
          </a:xfrm>
          <a:prstGeom prst="rect">
            <a:avLst/>
          </a:prstGeom>
          <a:noFill/>
          <a:ln w="9525">
            <a:noFill/>
            <a:miter lim="800000"/>
            <a:headEnd/>
            <a:tailEnd/>
          </a:ln>
          <a:effectLst/>
        </p:spPr>
        <p:txBody>
          <a:bodyPr wrap="square">
            <a:spAutoFit/>
          </a:bodyPr>
          <a:lstStyle/>
          <a:p>
            <a:pPr algn="ctr">
              <a:spcBef>
                <a:spcPct val="50000"/>
              </a:spcBef>
            </a:pPr>
            <a:r>
              <a:rPr lang="en-US" sz="2400" b="1" dirty="0">
                <a:solidFill>
                  <a:srgbClr val="003399"/>
                </a:solidFill>
              </a:rPr>
              <a:t>The ability of a compound to exist in more than one crystal form  i.e. different molecular arrangements in the crystal lattice.</a:t>
            </a:r>
          </a:p>
        </p:txBody>
      </p:sp>
      <p:sp>
        <p:nvSpPr>
          <p:cNvPr id="18" name="Rectangle 5"/>
          <p:cNvSpPr>
            <a:spLocks noChangeArrowheads="1"/>
          </p:cNvSpPr>
          <p:nvPr/>
        </p:nvSpPr>
        <p:spPr bwMode="auto">
          <a:xfrm>
            <a:off x="1143000" y="2667000"/>
            <a:ext cx="6324600" cy="1015663"/>
          </a:xfrm>
          <a:prstGeom prst="rect">
            <a:avLst/>
          </a:prstGeom>
          <a:noFill/>
          <a:ln w="9525">
            <a:noFill/>
            <a:miter lim="800000"/>
            <a:headEnd/>
            <a:tailEnd/>
          </a:ln>
          <a:effectLst/>
        </p:spPr>
        <p:txBody>
          <a:bodyPr>
            <a:spAutoFit/>
          </a:bodyPr>
          <a:lstStyle/>
          <a:p>
            <a:pPr marL="463550" indent="-463550">
              <a:spcBef>
                <a:spcPct val="50000"/>
              </a:spcBef>
              <a:buFont typeface="Arial" pitchFamily="34" charset="0"/>
              <a:buChar char="•"/>
            </a:pPr>
            <a:r>
              <a:rPr lang="en-US" sz="2400" b="1" dirty="0">
                <a:solidFill>
                  <a:srgbClr val="00CC00"/>
                </a:solidFill>
              </a:rPr>
              <a:t>Packing Polymorph</a:t>
            </a:r>
          </a:p>
          <a:p>
            <a:pPr marL="463550" indent="-463550">
              <a:spcBef>
                <a:spcPct val="50000"/>
              </a:spcBef>
              <a:buFont typeface="Arial" pitchFamily="34" charset="0"/>
              <a:buChar char="•"/>
            </a:pPr>
            <a:r>
              <a:rPr lang="en-US" sz="2400" b="1" dirty="0">
                <a:solidFill>
                  <a:srgbClr val="00CC00"/>
                </a:solidFill>
              </a:rPr>
              <a:t>Conformational Polymorph</a:t>
            </a:r>
          </a:p>
        </p:txBody>
      </p:sp>
    </p:spTree>
    <p:extLst>
      <p:ext uri="{BB962C8B-B14F-4D97-AF65-F5344CB8AC3E}">
        <p14:creationId xmlns:p14="http://schemas.microsoft.com/office/powerpoint/2010/main" xmlns="" val="32465355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3"/>
          <p:cNvPicPr>
            <a:picLocks noChangeAspect="1" noChangeArrowheads="1"/>
          </p:cNvPicPr>
          <p:nvPr/>
        </p:nvPicPr>
        <p:blipFill>
          <a:blip r:embed="rId2" cstate="print"/>
          <a:srcRect/>
          <a:stretch>
            <a:fillRect/>
          </a:stretch>
        </p:blipFill>
        <p:spPr bwMode="auto">
          <a:xfrm>
            <a:off x="381001" y="990600"/>
            <a:ext cx="8229600" cy="4754339"/>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68FD7D93-B8F3-48B9-AAAC-7B51B33759BA}" type="slidenum">
              <a:rPr lang="en-US" smtClean="0"/>
              <a:pPr>
                <a:defRPr/>
              </a:pPr>
              <a:t>14</a:t>
            </a:fld>
            <a:endParaRPr lang="en-US"/>
          </a:p>
        </p:txBody>
      </p:sp>
      <p:sp>
        <p:nvSpPr>
          <p:cNvPr id="5" name="Text Box 4"/>
          <p:cNvSpPr txBox="1">
            <a:spLocks noChangeArrowheads="1"/>
          </p:cNvSpPr>
          <p:nvPr/>
        </p:nvSpPr>
        <p:spPr bwMode="auto">
          <a:xfrm>
            <a:off x="457200" y="914400"/>
            <a:ext cx="2971800" cy="457200"/>
          </a:xfrm>
          <a:prstGeom prst="rect">
            <a:avLst/>
          </a:prstGeom>
          <a:noFill/>
          <a:ln w="9525">
            <a:noFill/>
            <a:miter lim="800000"/>
            <a:headEnd/>
            <a:tailEnd/>
          </a:ln>
          <a:effectLst/>
        </p:spPr>
        <p:txBody>
          <a:bodyPr wrap="square">
            <a:spAutoFit/>
          </a:bodyPr>
          <a:lstStyle/>
          <a:p>
            <a:pPr>
              <a:spcBef>
                <a:spcPct val="50000"/>
              </a:spcBef>
            </a:pPr>
            <a:r>
              <a:rPr lang="en-US" sz="2400" b="1" dirty="0" err="1">
                <a:solidFill>
                  <a:srgbClr val="003399"/>
                </a:solidFill>
              </a:rPr>
              <a:t>Paracetamol</a:t>
            </a:r>
            <a:endParaRPr lang="en-US" sz="2000" b="1" dirty="0">
              <a:solidFill>
                <a:srgbClr val="003399"/>
              </a:solidFill>
              <a:cs typeface="Times New Roman" pitchFamily="18" charset="0"/>
            </a:endParaRPr>
          </a:p>
        </p:txBody>
      </p:sp>
      <p:sp>
        <p:nvSpPr>
          <p:cNvPr id="9" name="Text Box 8"/>
          <p:cNvSpPr txBox="1">
            <a:spLocks noChangeArrowheads="1"/>
          </p:cNvSpPr>
          <p:nvPr/>
        </p:nvSpPr>
        <p:spPr bwMode="auto">
          <a:xfrm>
            <a:off x="5181600" y="1905000"/>
            <a:ext cx="2895600" cy="369332"/>
          </a:xfrm>
          <a:prstGeom prst="rect">
            <a:avLst/>
          </a:prstGeom>
          <a:noFill/>
          <a:ln w="9525">
            <a:noFill/>
            <a:miter lim="800000"/>
            <a:headEnd/>
            <a:tailEnd/>
          </a:ln>
          <a:effectLst/>
        </p:spPr>
        <p:txBody>
          <a:bodyPr>
            <a:spAutoFit/>
          </a:bodyPr>
          <a:lstStyle/>
          <a:p>
            <a:pPr>
              <a:spcBef>
                <a:spcPct val="50000"/>
              </a:spcBef>
            </a:pPr>
            <a:r>
              <a:rPr lang="en-US" b="1" dirty="0">
                <a:solidFill>
                  <a:srgbClr val="003399"/>
                </a:solidFill>
              </a:rPr>
              <a:t>Monoclinic(</a:t>
            </a:r>
            <a:r>
              <a:rPr lang="en-US" b="1" i="1" dirty="0">
                <a:solidFill>
                  <a:srgbClr val="003399"/>
                </a:solidFill>
              </a:rPr>
              <a:t>P</a:t>
            </a:r>
            <a:r>
              <a:rPr lang="en-US" b="1" dirty="0">
                <a:solidFill>
                  <a:srgbClr val="003399"/>
                </a:solidFill>
              </a:rPr>
              <a:t>2</a:t>
            </a:r>
            <a:r>
              <a:rPr lang="en-US" b="1" baseline="-25000" dirty="0">
                <a:solidFill>
                  <a:srgbClr val="003399"/>
                </a:solidFill>
              </a:rPr>
              <a:t>1</a:t>
            </a:r>
            <a:r>
              <a:rPr lang="en-US" b="1" dirty="0">
                <a:solidFill>
                  <a:srgbClr val="003399"/>
                </a:solidFill>
              </a:rPr>
              <a:t>/</a:t>
            </a:r>
            <a:r>
              <a:rPr lang="en-US" b="1" i="1" dirty="0">
                <a:solidFill>
                  <a:srgbClr val="003399"/>
                </a:solidFill>
              </a:rPr>
              <a:t>c</a:t>
            </a:r>
            <a:r>
              <a:rPr lang="en-US" b="1" dirty="0">
                <a:solidFill>
                  <a:srgbClr val="003399"/>
                </a:solidFill>
              </a:rPr>
              <a:t>)</a:t>
            </a:r>
          </a:p>
        </p:txBody>
      </p:sp>
      <p:sp>
        <p:nvSpPr>
          <p:cNvPr id="10" name="Text Box 9"/>
          <p:cNvSpPr txBox="1">
            <a:spLocks noChangeArrowheads="1"/>
          </p:cNvSpPr>
          <p:nvPr/>
        </p:nvSpPr>
        <p:spPr bwMode="auto">
          <a:xfrm>
            <a:off x="609600" y="1905000"/>
            <a:ext cx="3048000" cy="369332"/>
          </a:xfrm>
          <a:prstGeom prst="rect">
            <a:avLst/>
          </a:prstGeom>
          <a:noFill/>
          <a:ln w="9525">
            <a:noFill/>
            <a:miter lim="800000"/>
            <a:headEnd/>
            <a:tailEnd/>
          </a:ln>
          <a:effectLst/>
        </p:spPr>
        <p:txBody>
          <a:bodyPr>
            <a:spAutoFit/>
          </a:bodyPr>
          <a:lstStyle/>
          <a:p>
            <a:pPr>
              <a:spcBef>
                <a:spcPct val="50000"/>
              </a:spcBef>
            </a:pPr>
            <a:r>
              <a:rPr lang="en-US" b="1" dirty="0">
                <a:solidFill>
                  <a:srgbClr val="003399"/>
                </a:solidFill>
              </a:rPr>
              <a:t>Orthorhombic (</a:t>
            </a:r>
            <a:r>
              <a:rPr lang="en-US" b="1" i="1" dirty="0" err="1">
                <a:solidFill>
                  <a:srgbClr val="003399"/>
                </a:solidFill>
              </a:rPr>
              <a:t>Pbca</a:t>
            </a:r>
            <a:r>
              <a:rPr lang="en-US" b="1" dirty="0">
                <a:solidFill>
                  <a:srgbClr val="003399"/>
                </a:solidFill>
              </a:rPr>
              <a:t>)</a:t>
            </a:r>
          </a:p>
        </p:txBody>
      </p:sp>
      <p:sp>
        <p:nvSpPr>
          <p:cNvPr id="11" name="Text Box 10"/>
          <p:cNvSpPr txBox="1">
            <a:spLocks noChangeArrowheads="1"/>
          </p:cNvSpPr>
          <p:nvPr/>
        </p:nvSpPr>
        <p:spPr bwMode="auto">
          <a:xfrm>
            <a:off x="2743200" y="5943600"/>
            <a:ext cx="3276600" cy="366712"/>
          </a:xfrm>
          <a:prstGeom prst="rect">
            <a:avLst/>
          </a:prstGeom>
          <a:noFill/>
          <a:ln w="9525">
            <a:noFill/>
            <a:miter lim="800000"/>
            <a:headEnd/>
            <a:tailEnd/>
          </a:ln>
          <a:effectLst/>
        </p:spPr>
        <p:txBody>
          <a:bodyPr>
            <a:spAutoFit/>
          </a:bodyPr>
          <a:lstStyle/>
          <a:p>
            <a:pPr algn="ctr">
              <a:spcBef>
                <a:spcPct val="50000"/>
              </a:spcBef>
            </a:pPr>
            <a:r>
              <a:rPr lang="en-US" sz="1800" b="1" i="1" dirty="0">
                <a:solidFill>
                  <a:schemeClr val="accent2"/>
                </a:solidFill>
                <a:cs typeface="Times New Roman" pitchFamily="18" charset="0"/>
              </a:rPr>
              <a:t>J. Pharm. Sci</a:t>
            </a:r>
            <a:r>
              <a:rPr lang="en-US" sz="1800" b="1" dirty="0">
                <a:solidFill>
                  <a:schemeClr val="accent2"/>
                </a:solidFill>
                <a:cs typeface="Times New Roman" pitchFamily="18" charset="0"/>
              </a:rPr>
              <a:t>., 1983, 72, 232</a:t>
            </a:r>
          </a:p>
        </p:txBody>
      </p:sp>
      <p:sp>
        <p:nvSpPr>
          <p:cNvPr id="12" name="Text Box 11"/>
          <p:cNvSpPr txBox="1">
            <a:spLocks noChangeArrowheads="1"/>
          </p:cNvSpPr>
          <p:nvPr/>
        </p:nvSpPr>
        <p:spPr bwMode="auto">
          <a:xfrm>
            <a:off x="2514600" y="228600"/>
            <a:ext cx="4572000" cy="519112"/>
          </a:xfrm>
          <a:prstGeom prst="rect">
            <a:avLst/>
          </a:prstGeom>
          <a:noFill/>
          <a:ln w="9525">
            <a:noFill/>
            <a:miter lim="800000"/>
            <a:headEnd/>
            <a:tailEnd/>
          </a:ln>
          <a:effectLst/>
        </p:spPr>
        <p:txBody>
          <a:bodyPr wrap="square">
            <a:spAutoFit/>
          </a:bodyPr>
          <a:lstStyle/>
          <a:p>
            <a:pPr>
              <a:spcBef>
                <a:spcPct val="50000"/>
              </a:spcBef>
            </a:pPr>
            <a:r>
              <a:rPr lang="en-US" sz="2800" b="1" dirty="0">
                <a:solidFill>
                  <a:srgbClr val="C00000"/>
                </a:solidFill>
              </a:rPr>
              <a:t>Packing Polymorph</a:t>
            </a:r>
          </a:p>
        </p:txBody>
      </p:sp>
      <p:pic>
        <p:nvPicPr>
          <p:cNvPr id="13" name="Picture 13" descr="C:\Documents and Settings\Administrator\Desktop\HXACAN13.bmp"/>
          <p:cNvPicPr>
            <a:picLocks noChangeAspect="1" noChangeArrowheads="1"/>
          </p:cNvPicPr>
          <p:nvPr/>
        </p:nvPicPr>
        <p:blipFill>
          <a:blip r:embed="rId3" cstate="print"/>
          <a:srcRect/>
          <a:stretch>
            <a:fillRect/>
          </a:stretch>
        </p:blipFill>
        <p:spPr bwMode="auto">
          <a:xfrm>
            <a:off x="6096000" y="762000"/>
            <a:ext cx="2362200" cy="862013"/>
          </a:xfrm>
          <a:prstGeom prst="rect">
            <a:avLst/>
          </a:prstGeom>
          <a:noFill/>
        </p:spPr>
      </p:pic>
      <p:sp>
        <p:nvSpPr>
          <p:cNvPr id="14" name="Text Box 14"/>
          <p:cNvSpPr txBox="1">
            <a:spLocks noChangeArrowheads="1"/>
          </p:cNvSpPr>
          <p:nvPr/>
        </p:nvSpPr>
        <p:spPr bwMode="auto">
          <a:xfrm>
            <a:off x="136525" y="2373313"/>
            <a:ext cx="184150" cy="304800"/>
          </a:xfrm>
          <a:prstGeom prst="rect">
            <a:avLst/>
          </a:prstGeom>
          <a:noFill/>
          <a:ln w="9525">
            <a:noFill/>
            <a:miter lim="800000"/>
            <a:headEnd/>
            <a:tailEnd/>
          </a:ln>
          <a:effectLst/>
        </p:spPr>
        <p:txBody>
          <a:bodyPr wrap="none">
            <a:spAutoFit/>
          </a:bodyP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1026"/>
          <p:cNvPicPr>
            <a:picLocks noChangeAspect="1" noChangeArrowheads="1"/>
          </p:cNvPicPr>
          <p:nvPr/>
        </p:nvPicPr>
        <p:blipFill>
          <a:blip r:embed="rId2" cstate="print"/>
          <a:srcRect/>
          <a:stretch>
            <a:fillRect/>
          </a:stretch>
        </p:blipFill>
        <p:spPr bwMode="auto">
          <a:xfrm>
            <a:off x="609600" y="1371600"/>
            <a:ext cx="2667000" cy="1804988"/>
          </a:xfrm>
          <a:prstGeom prst="rect">
            <a:avLst/>
          </a:prstGeom>
          <a:noFill/>
          <a:ln w="9525">
            <a:noFill/>
            <a:miter lim="800000"/>
            <a:headEnd/>
            <a:tailEnd/>
          </a:ln>
          <a:effectLst/>
        </p:spPr>
      </p:pic>
      <p:sp>
        <p:nvSpPr>
          <p:cNvPr id="70659" name="Text Box 1027"/>
          <p:cNvSpPr txBox="1">
            <a:spLocks noChangeArrowheads="1"/>
          </p:cNvSpPr>
          <p:nvPr/>
        </p:nvSpPr>
        <p:spPr bwMode="auto">
          <a:xfrm>
            <a:off x="2057400" y="381000"/>
            <a:ext cx="4876800" cy="519112"/>
          </a:xfrm>
          <a:prstGeom prst="rect">
            <a:avLst/>
          </a:prstGeom>
          <a:noFill/>
          <a:ln w="9525">
            <a:noFill/>
            <a:miter lim="800000"/>
            <a:headEnd/>
            <a:tailEnd/>
          </a:ln>
          <a:effectLst/>
        </p:spPr>
        <p:txBody>
          <a:bodyPr>
            <a:spAutoFit/>
          </a:bodyPr>
          <a:lstStyle/>
          <a:p>
            <a:pPr>
              <a:spcBef>
                <a:spcPct val="50000"/>
              </a:spcBef>
            </a:pPr>
            <a:r>
              <a:rPr lang="en-US" sz="2800" b="1" dirty="0"/>
              <a:t>Conformational Polymorph</a:t>
            </a:r>
          </a:p>
        </p:txBody>
      </p:sp>
      <p:sp>
        <p:nvSpPr>
          <p:cNvPr id="70661" name="Text Box 1029"/>
          <p:cNvSpPr txBox="1">
            <a:spLocks noChangeArrowheads="1"/>
          </p:cNvSpPr>
          <p:nvPr/>
        </p:nvSpPr>
        <p:spPr bwMode="auto">
          <a:xfrm>
            <a:off x="609600" y="3124200"/>
            <a:ext cx="1143000" cy="304800"/>
          </a:xfrm>
          <a:prstGeom prst="rect">
            <a:avLst/>
          </a:prstGeom>
          <a:noFill/>
          <a:ln w="9525">
            <a:noFill/>
            <a:miter lim="800000"/>
            <a:headEnd/>
            <a:tailEnd/>
          </a:ln>
          <a:effectLst/>
        </p:spPr>
        <p:txBody>
          <a:bodyPr>
            <a:spAutoFit/>
          </a:bodyPr>
          <a:lstStyle/>
          <a:p>
            <a:pPr>
              <a:spcBef>
                <a:spcPct val="50000"/>
              </a:spcBef>
            </a:pPr>
            <a:r>
              <a:rPr lang="en-US" b="1"/>
              <a:t>Form I</a:t>
            </a:r>
          </a:p>
        </p:txBody>
      </p:sp>
      <p:sp>
        <p:nvSpPr>
          <p:cNvPr id="70662" name="Text Box 1030"/>
          <p:cNvSpPr txBox="1">
            <a:spLocks noChangeArrowheads="1"/>
          </p:cNvSpPr>
          <p:nvPr/>
        </p:nvSpPr>
        <p:spPr bwMode="auto">
          <a:xfrm>
            <a:off x="2057400" y="3200400"/>
            <a:ext cx="1143000" cy="304800"/>
          </a:xfrm>
          <a:prstGeom prst="rect">
            <a:avLst/>
          </a:prstGeom>
          <a:noFill/>
          <a:ln w="9525">
            <a:noFill/>
            <a:miter lim="800000"/>
            <a:headEnd/>
            <a:tailEnd/>
          </a:ln>
          <a:effectLst/>
        </p:spPr>
        <p:txBody>
          <a:bodyPr>
            <a:spAutoFit/>
          </a:bodyPr>
          <a:lstStyle/>
          <a:p>
            <a:pPr>
              <a:spcBef>
                <a:spcPct val="50000"/>
              </a:spcBef>
            </a:pPr>
            <a:r>
              <a:rPr lang="en-US" b="1"/>
              <a:t>Form II</a:t>
            </a:r>
          </a:p>
        </p:txBody>
      </p:sp>
      <p:sp>
        <p:nvSpPr>
          <p:cNvPr id="70663" name="Text Box 1031"/>
          <p:cNvSpPr txBox="1">
            <a:spLocks noChangeArrowheads="1"/>
          </p:cNvSpPr>
          <p:nvPr/>
        </p:nvSpPr>
        <p:spPr bwMode="auto">
          <a:xfrm>
            <a:off x="1066800" y="914400"/>
            <a:ext cx="1524000" cy="457200"/>
          </a:xfrm>
          <a:prstGeom prst="rect">
            <a:avLst/>
          </a:prstGeom>
          <a:noFill/>
          <a:ln w="9525">
            <a:noFill/>
            <a:miter lim="800000"/>
            <a:headEnd/>
            <a:tailEnd/>
          </a:ln>
          <a:effectLst/>
        </p:spPr>
        <p:txBody>
          <a:bodyPr>
            <a:spAutoFit/>
          </a:bodyPr>
          <a:lstStyle/>
          <a:p>
            <a:pPr>
              <a:spcBef>
                <a:spcPct val="50000"/>
              </a:spcBef>
            </a:pPr>
            <a:r>
              <a:rPr lang="en-US" sz="2400" b="1"/>
              <a:t>Ritonavir</a:t>
            </a:r>
          </a:p>
        </p:txBody>
      </p:sp>
      <p:pic>
        <p:nvPicPr>
          <p:cNvPr id="70666" name="Picture 1034"/>
          <p:cNvPicPr>
            <a:picLocks noChangeAspect="1" noChangeArrowheads="1"/>
          </p:cNvPicPr>
          <p:nvPr/>
        </p:nvPicPr>
        <p:blipFill>
          <a:blip r:embed="rId3" cstate="print"/>
          <a:srcRect/>
          <a:stretch>
            <a:fillRect/>
          </a:stretch>
        </p:blipFill>
        <p:spPr bwMode="auto">
          <a:xfrm>
            <a:off x="3886200" y="1524000"/>
            <a:ext cx="4495800" cy="1665288"/>
          </a:xfrm>
          <a:prstGeom prst="rect">
            <a:avLst/>
          </a:prstGeom>
          <a:noFill/>
          <a:ln w="9525">
            <a:noFill/>
            <a:miter lim="800000"/>
            <a:headEnd/>
            <a:tailEnd/>
          </a:ln>
          <a:effectLst/>
        </p:spPr>
      </p:pic>
      <p:pic>
        <p:nvPicPr>
          <p:cNvPr id="70667" name="Picture 1035"/>
          <p:cNvPicPr>
            <a:picLocks noChangeAspect="1" noChangeArrowheads="1"/>
          </p:cNvPicPr>
          <p:nvPr/>
        </p:nvPicPr>
        <p:blipFill>
          <a:blip r:embed="rId4" cstate="print"/>
          <a:srcRect/>
          <a:stretch>
            <a:fillRect/>
          </a:stretch>
        </p:blipFill>
        <p:spPr bwMode="auto">
          <a:xfrm>
            <a:off x="228601" y="3516313"/>
            <a:ext cx="4114800" cy="3091359"/>
          </a:xfrm>
          <a:prstGeom prst="rect">
            <a:avLst/>
          </a:prstGeom>
          <a:noFill/>
          <a:ln w="9525">
            <a:noFill/>
            <a:miter lim="800000"/>
            <a:headEnd/>
            <a:tailEnd/>
          </a:ln>
          <a:effectLst/>
        </p:spPr>
      </p:pic>
      <p:pic>
        <p:nvPicPr>
          <p:cNvPr id="70668" name="Picture 1036"/>
          <p:cNvPicPr>
            <a:picLocks noChangeAspect="1" noChangeArrowheads="1"/>
          </p:cNvPicPr>
          <p:nvPr/>
        </p:nvPicPr>
        <p:blipFill>
          <a:blip r:embed="rId5" cstate="print"/>
          <a:srcRect/>
          <a:stretch>
            <a:fillRect/>
          </a:stretch>
        </p:blipFill>
        <p:spPr bwMode="auto">
          <a:xfrm>
            <a:off x="4572000" y="4038600"/>
            <a:ext cx="4311650" cy="1308100"/>
          </a:xfrm>
          <a:prstGeom prst="rect">
            <a:avLst/>
          </a:prstGeom>
          <a:noFill/>
          <a:ln w="9525">
            <a:noFill/>
            <a:miter lim="800000"/>
            <a:headEnd/>
            <a:tailEnd/>
          </a:ln>
          <a:effectLst/>
        </p:spPr>
      </p:pic>
      <p:sp>
        <p:nvSpPr>
          <p:cNvPr id="70670" name="Rectangle 1038"/>
          <p:cNvSpPr>
            <a:spLocks noChangeArrowheads="1"/>
          </p:cNvSpPr>
          <p:nvPr/>
        </p:nvSpPr>
        <p:spPr bwMode="auto">
          <a:xfrm>
            <a:off x="5029200" y="5791200"/>
            <a:ext cx="3260829" cy="461665"/>
          </a:xfrm>
          <a:prstGeom prst="rect">
            <a:avLst/>
          </a:prstGeom>
          <a:noFill/>
          <a:ln w="9525">
            <a:noFill/>
            <a:miter lim="800000"/>
            <a:headEnd/>
            <a:tailEnd/>
          </a:ln>
          <a:effectLst/>
        </p:spPr>
        <p:txBody>
          <a:bodyPr wrap="none">
            <a:spAutoFit/>
          </a:bodyPr>
          <a:lstStyle/>
          <a:p>
            <a:r>
              <a:rPr lang="en-US" sz="1200" b="1" i="1" dirty="0">
                <a:latin typeface="TimesTen-Italic" charset="0"/>
              </a:rPr>
              <a:t>Morris, J. et al. Pharmaceutical Research, </a:t>
            </a:r>
          </a:p>
          <a:p>
            <a:r>
              <a:rPr lang="en-US" sz="1200" b="1" i="1" dirty="0">
                <a:latin typeface="TimesTen-Italic" charset="0"/>
              </a:rPr>
              <a:t>Vol. 18, No. 6, 2001</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3" name="Picture 3"/>
          <p:cNvPicPr>
            <a:picLocks noChangeAspect="1" noChangeArrowheads="1"/>
          </p:cNvPicPr>
          <p:nvPr/>
        </p:nvPicPr>
        <p:blipFill>
          <a:blip r:embed="rId2" cstate="print"/>
          <a:srcRect/>
          <a:stretch>
            <a:fillRect/>
          </a:stretch>
        </p:blipFill>
        <p:spPr bwMode="auto">
          <a:xfrm>
            <a:off x="609600" y="1600200"/>
            <a:ext cx="3810000" cy="2667000"/>
          </a:xfrm>
          <a:prstGeom prst="rect">
            <a:avLst/>
          </a:prstGeom>
          <a:noFill/>
          <a:ln w="9525">
            <a:noFill/>
            <a:miter lim="800000"/>
            <a:headEnd/>
            <a:tailEnd/>
          </a:ln>
          <a:effectLst/>
        </p:spPr>
      </p:pic>
      <p:pic>
        <p:nvPicPr>
          <p:cNvPr id="71684" name="Picture 4"/>
          <p:cNvPicPr>
            <a:picLocks noChangeAspect="1" noChangeArrowheads="1"/>
          </p:cNvPicPr>
          <p:nvPr/>
        </p:nvPicPr>
        <p:blipFill>
          <a:blip r:embed="rId3" cstate="print"/>
          <a:srcRect/>
          <a:stretch>
            <a:fillRect/>
          </a:stretch>
        </p:blipFill>
        <p:spPr bwMode="auto">
          <a:xfrm>
            <a:off x="5257800" y="1219200"/>
            <a:ext cx="3352800" cy="3224213"/>
          </a:xfrm>
          <a:prstGeom prst="rect">
            <a:avLst/>
          </a:prstGeom>
          <a:noFill/>
          <a:ln w="9525">
            <a:noFill/>
            <a:miter lim="800000"/>
            <a:headEnd/>
            <a:tailEnd/>
          </a:ln>
          <a:effectLst/>
        </p:spPr>
      </p:pic>
      <p:sp>
        <p:nvSpPr>
          <p:cNvPr id="71685" name="Text Box 5"/>
          <p:cNvSpPr txBox="1">
            <a:spLocks noChangeArrowheads="1"/>
          </p:cNvSpPr>
          <p:nvPr/>
        </p:nvSpPr>
        <p:spPr bwMode="auto">
          <a:xfrm>
            <a:off x="1828800" y="4572000"/>
            <a:ext cx="1143000" cy="304800"/>
          </a:xfrm>
          <a:prstGeom prst="rect">
            <a:avLst/>
          </a:prstGeom>
          <a:noFill/>
          <a:ln w="9525">
            <a:noFill/>
            <a:miter lim="800000"/>
            <a:headEnd/>
            <a:tailEnd/>
          </a:ln>
          <a:effectLst/>
        </p:spPr>
        <p:txBody>
          <a:bodyPr>
            <a:spAutoFit/>
          </a:bodyPr>
          <a:lstStyle/>
          <a:p>
            <a:pPr>
              <a:spcBef>
                <a:spcPct val="50000"/>
              </a:spcBef>
            </a:pPr>
            <a:r>
              <a:rPr lang="en-US" b="1"/>
              <a:t>Form I</a:t>
            </a:r>
          </a:p>
        </p:txBody>
      </p:sp>
      <p:sp>
        <p:nvSpPr>
          <p:cNvPr id="71686" name="Text Box 6"/>
          <p:cNvSpPr txBox="1">
            <a:spLocks noChangeArrowheads="1"/>
          </p:cNvSpPr>
          <p:nvPr/>
        </p:nvSpPr>
        <p:spPr bwMode="auto">
          <a:xfrm>
            <a:off x="6400800" y="4495800"/>
            <a:ext cx="1143000" cy="304800"/>
          </a:xfrm>
          <a:prstGeom prst="rect">
            <a:avLst/>
          </a:prstGeom>
          <a:noFill/>
          <a:ln w="9525">
            <a:noFill/>
            <a:miter lim="800000"/>
            <a:headEnd/>
            <a:tailEnd/>
          </a:ln>
          <a:effectLst/>
        </p:spPr>
        <p:txBody>
          <a:bodyPr>
            <a:spAutoFit/>
          </a:bodyPr>
          <a:lstStyle/>
          <a:p>
            <a:pPr>
              <a:spcBef>
                <a:spcPct val="50000"/>
              </a:spcBef>
            </a:pPr>
            <a:r>
              <a:rPr lang="en-US" b="1"/>
              <a:t>Form II</a:t>
            </a:r>
          </a:p>
        </p:txBody>
      </p:sp>
      <p:sp>
        <p:nvSpPr>
          <p:cNvPr id="71687" name="Text Box 7"/>
          <p:cNvSpPr txBox="1">
            <a:spLocks noChangeArrowheads="1"/>
          </p:cNvSpPr>
          <p:nvPr/>
        </p:nvSpPr>
        <p:spPr bwMode="auto">
          <a:xfrm>
            <a:off x="1981200" y="609600"/>
            <a:ext cx="5334000" cy="396875"/>
          </a:xfrm>
          <a:prstGeom prst="rect">
            <a:avLst/>
          </a:prstGeom>
          <a:noFill/>
          <a:ln w="9525">
            <a:noFill/>
            <a:miter lim="800000"/>
            <a:headEnd/>
            <a:tailEnd/>
          </a:ln>
          <a:effectLst/>
        </p:spPr>
        <p:txBody>
          <a:bodyPr wrap="square">
            <a:spAutoFit/>
          </a:bodyPr>
          <a:lstStyle/>
          <a:p>
            <a:pPr>
              <a:spcBef>
                <a:spcPct val="50000"/>
              </a:spcBef>
            </a:pPr>
            <a:r>
              <a:rPr lang="en-US" sz="2000" b="1" dirty="0">
                <a:solidFill>
                  <a:schemeClr val="accent2"/>
                </a:solidFill>
              </a:rPr>
              <a:t>Difference in Molecular Arrangements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5487" y="533400"/>
            <a:ext cx="1960793" cy="369332"/>
          </a:xfrm>
          <a:prstGeom prst="rect">
            <a:avLst/>
          </a:prstGeom>
        </p:spPr>
        <p:txBody>
          <a:bodyPr wrap="none">
            <a:spAutoFit/>
          </a:bodyPr>
          <a:lstStyle/>
          <a:p>
            <a:pPr marL="285750" indent="-285750">
              <a:buFont typeface="Wingdings" pitchFamily="2" charset="2"/>
              <a:buChar char="§"/>
            </a:pPr>
            <a:r>
              <a:rPr lang="en-US" b="1" dirty="0" smtClean="0">
                <a:solidFill>
                  <a:srgbClr val="36174D"/>
                </a:solidFill>
                <a:effectLst>
                  <a:reflection blurRad="12700" stA="28000" endPos="45000" dist="1003" dir="5400000" sy="-100000" algn="bl"/>
                </a:effectLst>
                <a:latin typeface="Times New Roman" pitchFamily="18" charset="0"/>
                <a:cs typeface="Times New Roman" pitchFamily="18" charset="0"/>
              </a:rPr>
              <a:t>In Chocolates: </a:t>
            </a:r>
            <a:endParaRPr lang="en-US" dirty="0">
              <a:solidFill>
                <a:srgbClr val="36174D"/>
              </a:solidFill>
              <a:latin typeface="Times New Roman" pitchFamily="18" charset="0"/>
              <a:cs typeface="Times New Roman" pitchFamily="18" charset="0"/>
            </a:endParaRPr>
          </a:p>
        </p:txBody>
      </p:sp>
      <p:pic>
        <p:nvPicPr>
          <p:cNvPr id="3" name="Picture 2"/>
          <p:cNvPicPr/>
          <p:nvPr/>
        </p:nvPicPr>
        <p:blipFill>
          <a:blip r:embed="rId2" cstate="print">
            <a:extLst>
              <a:ext uri="{28A0092B-C50C-407E-A947-70E740481C1C}">
                <a14:useLocalDpi xmlns:a14="http://schemas.microsoft.com/office/drawing/2010/main" xmlns="" val="0"/>
              </a:ext>
            </a:extLst>
          </a:blip>
          <a:stretch>
            <a:fillRect/>
          </a:stretch>
        </p:blipFill>
        <p:spPr>
          <a:xfrm>
            <a:off x="5257800" y="457200"/>
            <a:ext cx="1734346" cy="1467167"/>
          </a:xfrm>
          <a:prstGeom prst="rect">
            <a:avLst/>
          </a:prstGeom>
        </p:spPr>
      </p:pic>
      <p:pic>
        <p:nvPicPr>
          <p:cNvPr id="6" name="Picture 5"/>
          <p:cNvPicPr/>
          <p:nvPr/>
        </p:nvPicPr>
        <p:blipFill>
          <a:blip r:embed="rId3" cstate="print">
            <a:extLst>
              <a:ext uri="{28A0092B-C50C-407E-A947-70E740481C1C}">
                <a14:useLocalDpi xmlns:a14="http://schemas.microsoft.com/office/drawing/2010/main" xmlns="" val="0"/>
              </a:ext>
            </a:extLst>
          </a:blip>
          <a:stretch>
            <a:fillRect/>
          </a:stretch>
        </p:blipFill>
        <p:spPr>
          <a:xfrm>
            <a:off x="3733800" y="1066800"/>
            <a:ext cx="1691844" cy="1467167"/>
          </a:xfrm>
          <a:prstGeom prst="rect">
            <a:avLst/>
          </a:prstGeom>
        </p:spPr>
      </p:pic>
      <p:pic>
        <p:nvPicPr>
          <p:cNvPr id="7" name="Picture 6"/>
          <p:cNvPicPr/>
          <p:nvPr/>
        </p:nvPicPr>
        <p:blipFill>
          <a:blip r:embed="rId4" cstate="print">
            <a:extLst>
              <a:ext uri="{28A0092B-C50C-407E-A947-70E740481C1C}">
                <a14:useLocalDpi xmlns:a14="http://schemas.microsoft.com/office/drawing/2010/main" xmlns="" val="0"/>
              </a:ext>
            </a:extLst>
          </a:blip>
          <a:stretch>
            <a:fillRect/>
          </a:stretch>
        </p:blipFill>
        <p:spPr>
          <a:xfrm>
            <a:off x="6553200" y="1676400"/>
            <a:ext cx="1728789" cy="1467167"/>
          </a:xfrm>
          <a:prstGeom prst="rect">
            <a:avLst/>
          </a:prstGeom>
        </p:spPr>
      </p:pic>
      <p:sp>
        <p:nvSpPr>
          <p:cNvPr id="8" name="Rectangle 7"/>
          <p:cNvSpPr/>
          <p:nvPr/>
        </p:nvSpPr>
        <p:spPr>
          <a:xfrm>
            <a:off x="465469" y="1533637"/>
            <a:ext cx="3331549" cy="646331"/>
          </a:xfrm>
          <a:prstGeom prst="rect">
            <a:avLst/>
          </a:prstGeom>
        </p:spPr>
        <p:txBody>
          <a:bodyPr wrap="square">
            <a:spAutoFit/>
          </a:bodyPr>
          <a:lstStyle/>
          <a:p>
            <a:r>
              <a:rPr lang="en-US" dirty="0" smtClean="0">
                <a:latin typeface="Times New Roman" pitchFamily="18" charset="0"/>
                <a:cs typeface="Times New Roman" pitchFamily="18" charset="0"/>
              </a:rPr>
              <a:t> </a:t>
            </a:r>
            <a:r>
              <a:rPr lang="en-US" dirty="0" smtClean="0">
                <a:solidFill>
                  <a:srgbClr val="993300"/>
                </a:solidFill>
                <a:latin typeface="Times New Roman" pitchFamily="18" charset="0"/>
                <a:cs typeface="Times New Roman" pitchFamily="18" charset="0"/>
              </a:rPr>
              <a:t>Cocoa butter</a:t>
            </a:r>
            <a:r>
              <a:rPr lang="en-US" dirty="0" smtClean="0">
                <a:latin typeface="Times New Roman" pitchFamily="18" charset="0"/>
                <a:cs typeface="Times New Roman" pitchFamily="18" charset="0"/>
              </a:rPr>
              <a:t> - The main ingredient of chocolate.</a:t>
            </a:r>
            <a:endParaRPr lang="en-US" dirty="0">
              <a:latin typeface="Times New Roman" pitchFamily="18" charset="0"/>
              <a:cs typeface="Times New Roman" pitchFamily="18" charset="0"/>
            </a:endParaRPr>
          </a:p>
        </p:txBody>
      </p:sp>
      <p:sp>
        <p:nvSpPr>
          <p:cNvPr id="10" name="Rectangle 9"/>
          <p:cNvSpPr/>
          <p:nvPr/>
        </p:nvSpPr>
        <p:spPr>
          <a:xfrm>
            <a:off x="914400" y="4572000"/>
            <a:ext cx="3256020" cy="369332"/>
          </a:xfrm>
          <a:prstGeom prst="rect">
            <a:avLst/>
          </a:prstGeom>
        </p:spPr>
        <p:txBody>
          <a:bodyPr wrap="none">
            <a:spAutoFit/>
          </a:bodyPr>
          <a:lstStyle/>
          <a:p>
            <a:r>
              <a:rPr lang="en-US" dirty="0" smtClean="0">
                <a:ln w="4496" cap="flat" cmpd="sng" algn="ctr">
                  <a:solidFill>
                    <a:srgbClr val="5C437A"/>
                  </a:solidFill>
                  <a:prstDash val="solid"/>
                  <a:round/>
                </a:ln>
                <a:gradFill>
                  <a:gsLst>
                    <a:gs pos="0">
                      <a:srgbClr val="381563"/>
                    </a:gs>
                    <a:gs pos="43000">
                      <a:srgbClr val="7B34D2"/>
                    </a:gs>
                    <a:gs pos="48000">
                      <a:srgbClr val="7230C3"/>
                    </a:gs>
                    <a:gs pos="100000">
                      <a:srgbClr val="381563"/>
                    </a:gs>
                  </a:gsLst>
                  <a:lin ang="5400000" scaled="0"/>
                </a:gradFill>
                <a:effectLst>
                  <a:reflection blurRad="12700" stA="28000" endPos="45000" dist="1003" dir="5400000" sy="-100000" algn="bl"/>
                </a:effectLst>
                <a:latin typeface="Times New Roman"/>
                <a:ea typeface="Calibri"/>
              </a:rPr>
              <a:t>Six Polymorphs of  Cocoa Butter</a:t>
            </a:r>
            <a:endParaRPr lang="en-US" dirty="0"/>
          </a:p>
        </p:txBody>
      </p:sp>
      <p:pic>
        <p:nvPicPr>
          <p:cNvPr id="11" name="Picture 10"/>
          <p:cNvPicPr/>
          <p:nvPr/>
        </p:nvPicPr>
        <p:blipFill>
          <a:blip r:embed="rId5" cstate="print">
            <a:extLst>
              <a:ext uri="{28A0092B-C50C-407E-A947-70E740481C1C}">
                <a14:useLocalDpi xmlns:a14="http://schemas.microsoft.com/office/drawing/2010/main" xmlns="" val="0"/>
              </a:ext>
            </a:extLst>
          </a:blip>
          <a:stretch>
            <a:fillRect/>
          </a:stretch>
        </p:blipFill>
        <p:spPr>
          <a:xfrm>
            <a:off x="617531" y="2699616"/>
            <a:ext cx="1716701" cy="1543050"/>
          </a:xfrm>
          <a:prstGeom prst="rect">
            <a:avLst/>
          </a:prstGeom>
        </p:spPr>
      </p:pic>
      <p:pic>
        <p:nvPicPr>
          <p:cNvPr id="12" name="Picture 11"/>
          <p:cNvPicPr/>
          <p:nvPr/>
        </p:nvPicPr>
        <p:blipFill>
          <a:blip r:embed="rId6" cstate="print">
            <a:extLst>
              <a:ext uri="{28A0092B-C50C-407E-A947-70E740481C1C}">
                <a14:useLocalDpi xmlns:a14="http://schemas.microsoft.com/office/drawing/2010/main" xmlns="" val="0"/>
              </a:ext>
            </a:extLst>
          </a:blip>
          <a:stretch>
            <a:fillRect/>
          </a:stretch>
        </p:blipFill>
        <p:spPr>
          <a:xfrm>
            <a:off x="2620493" y="2743200"/>
            <a:ext cx="2794000" cy="1143000"/>
          </a:xfrm>
          <a:prstGeom prst="rect">
            <a:avLst/>
          </a:prstGeom>
        </p:spPr>
      </p:pic>
      <p:sp>
        <p:nvSpPr>
          <p:cNvPr id="13" name="Rectangle 12"/>
          <p:cNvSpPr/>
          <p:nvPr/>
        </p:nvSpPr>
        <p:spPr>
          <a:xfrm>
            <a:off x="838200" y="5181600"/>
            <a:ext cx="7086599" cy="587853"/>
          </a:xfrm>
          <a:prstGeom prst="rect">
            <a:avLst/>
          </a:prstGeom>
        </p:spPr>
        <p:txBody>
          <a:bodyPr wrap="square">
            <a:spAutoFit/>
          </a:bodyPr>
          <a:lstStyle/>
          <a:p>
            <a:pPr>
              <a:lnSpc>
                <a:spcPct val="115000"/>
              </a:lnSpc>
              <a:spcAft>
                <a:spcPts val="1000"/>
              </a:spcAft>
            </a:pPr>
            <a:r>
              <a:rPr lang="en-US" sz="1400" dirty="0" smtClean="0">
                <a:effectLst/>
                <a:latin typeface="Times New Roman"/>
                <a:ea typeface="Calibri"/>
                <a:cs typeface="Times New Roman"/>
              </a:rPr>
              <a:t>The fats in cocoa butter can crystallize in six different forms. The six different crystal forms have different properties.</a:t>
            </a:r>
            <a:endParaRPr lang="en-US" sz="1400" dirty="0">
              <a:ea typeface="Calibri"/>
              <a:cs typeface="Times New Roman"/>
            </a:endParaRPr>
          </a:p>
        </p:txBody>
      </p:sp>
    </p:spTree>
    <p:extLst>
      <p:ext uri="{BB962C8B-B14F-4D97-AF65-F5344CB8AC3E}">
        <p14:creationId xmlns:p14="http://schemas.microsoft.com/office/powerpoint/2010/main" xmlns="" val="28152126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8706" name="Picture 2"/>
          <p:cNvPicPr>
            <a:picLocks noChangeAspect="1" noChangeArrowheads="1"/>
          </p:cNvPicPr>
          <p:nvPr/>
        </p:nvPicPr>
        <p:blipFill>
          <a:blip r:embed="rId2" cstate="print"/>
          <a:srcRect/>
          <a:stretch>
            <a:fillRect/>
          </a:stretch>
        </p:blipFill>
        <p:spPr bwMode="auto">
          <a:xfrm>
            <a:off x="914400" y="457200"/>
            <a:ext cx="7646459" cy="571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pPr>
              <a:defRPr/>
            </a:pPr>
            <a:fld id="{EF224CD8-E005-4DC0-8C56-9A4036D44E98}" type="slidenum">
              <a:rPr lang="en-US" smtClean="0"/>
              <a:pPr>
                <a:defRPr/>
              </a:pPr>
              <a:t>19</a:t>
            </a:fld>
            <a:endParaRPr lang="en-US"/>
          </a:p>
        </p:txBody>
      </p:sp>
      <p:sp>
        <p:nvSpPr>
          <p:cNvPr id="105474" name="Rectangle 2"/>
          <p:cNvSpPr>
            <a:spLocks noGrp="1" noChangeArrowheads="1"/>
          </p:cNvSpPr>
          <p:nvPr>
            <p:ph idx="4294967295"/>
          </p:nvPr>
        </p:nvSpPr>
        <p:spPr>
          <a:xfrm>
            <a:off x="0" y="1219200"/>
            <a:ext cx="8763000" cy="2438400"/>
          </a:xfrm>
        </p:spPr>
        <p:txBody>
          <a:bodyPr/>
          <a:lstStyle/>
          <a:p>
            <a:pPr marL="463550" indent="-217488" algn="just" eaLnBrk="1" hangingPunct="1">
              <a:lnSpc>
                <a:spcPct val="150000"/>
              </a:lnSpc>
            </a:pPr>
            <a:r>
              <a:rPr lang="en-GB" sz="2000" dirty="0" smtClean="0"/>
              <a:t>Crystals are solid - but solids are not necessarily crystalline.</a:t>
            </a:r>
          </a:p>
          <a:p>
            <a:pPr marL="463550" indent="-217488" algn="just" eaLnBrk="1" hangingPunct="1">
              <a:lnSpc>
                <a:spcPct val="150000"/>
              </a:lnSpc>
            </a:pPr>
            <a:r>
              <a:rPr lang="en-GB" sz="2000" dirty="0" smtClean="0"/>
              <a:t>Crystals have symmetry (Kepler,1611) and </a:t>
            </a:r>
            <a:r>
              <a:rPr lang="en-GB" sz="2000" i="1" dirty="0" smtClean="0"/>
              <a:t>long range order.</a:t>
            </a:r>
          </a:p>
          <a:p>
            <a:pPr algn="just" eaLnBrk="1" hangingPunct="1">
              <a:lnSpc>
                <a:spcPct val="150000"/>
              </a:lnSpc>
              <a:buFontTx/>
              <a:buNone/>
            </a:pPr>
            <a:r>
              <a:rPr lang="en-GB" sz="2000" i="1" dirty="0" smtClean="0"/>
              <a:t>	</a:t>
            </a:r>
            <a:r>
              <a:rPr lang="en-GB" sz="2000" i="1" dirty="0" smtClean="0">
                <a:solidFill>
                  <a:srgbClr val="003399"/>
                </a:solidFill>
              </a:rPr>
              <a:t>- First speculation on the nature of six-fold symmetry of snowflakes based on the observation that small ice spheres can produce a regular polygon.</a:t>
            </a:r>
          </a:p>
        </p:txBody>
      </p:sp>
      <p:sp>
        <p:nvSpPr>
          <p:cNvPr id="105476" name="Text Box 4"/>
          <p:cNvSpPr txBox="1">
            <a:spLocks noChangeArrowheads="1"/>
          </p:cNvSpPr>
          <p:nvPr/>
        </p:nvSpPr>
        <p:spPr bwMode="auto">
          <a:xfrm>
            <a:off x="762000" y="304800"/>
            <a:ext cx="784860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spcBef>
                <a:spcPct val="50000"/>
              </a:spcBef>
            </a:pPr>
            <a:endParaRPr lang="en-US"/>
          </a:p>
        </p:txBody>
      </p:sp>
      <p:sp>
        <p:nvSpPr>
          <p:cNvPr id="105477" name="Text Box 5"/>
          <p:cNvSpPr txBox="1">
            <a:spLocks noChangeArrowheads="1"/>
          </p:cNvSpPr>
          <p:nvPr/>
        </p:nvSpPr>
        <p:spPr bwMode="auto">
          <a:xfrm>
            <a:off x="838200" y="304800"/>
            <a:ext cx="7467600" cy="10310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ts val="600"/>
              </a:spcBef>
            </a:pPr>
            <a:r>
              <a:rPr lang="en-US" sz="2800" dirty="0">
                <a:latin typeface="Comic Sans MS" pitchFamily="66" charset="0"/>
              </a:rPr>
              <a:t>Early thoughts about crystals</a:t>
            </a:r>
          </a:p>
          <a:p>
            <a:pPr eaLnBrk="1" hangingPunct="1">
              <a:spcBef>
                <a:spcPts val="600"/>
              </a:spcBef>
            </a:pPr>
            <a:r>
              <a:rPr lang="en-US" sz="2800" dirty="0">
                <a:solidFill>
                  <a:srgbClr val="FF3300"/>
                </a:solidFill>
                <a:latin typeface="Comic Sans MS" pitchFamily="66" charset="0"/>
              </a:rPr>
              <a:t>Symmetry</a:t>
            </a:r>
          </a:p>
        </p:txBody>
      </p:sp>
      <p:grpSp>
        <p:nvGrpSpPr>
          <p:cNvPr id="2" name="Group 8"/>
          <p:cNvGrpSpPr>
            <a:grpSpLocks/>
          </p:cNvGrpSpPr>
          <p:nvPr/>
        </p:nvGrpSpPr>
        <p:grpSpPr bwMode="auto">
          <a:xfrm>
            <a:off x="477837" y="4030662"/>
            <a:ext cx="7731125" cy="2384425"/>
            <a:chOff x="240" y="2587"/>
            <a:chExt cx="4870" cy="1502"/>
          </a:xfrm>
        </p:grpSpPr>
        <p:pic>
          <p:nvPicPr>
            <p:cNvPr id="105479"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632" y="2587"/>
              <a:ext cx="2195" cy="15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5480" name="Picture 6" descr="snowcrystallarg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40" y="2736"/>
              <a:ext cx="1266" cy="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5481" name="Picture 7" descr="snowflakelarge"/>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923" y="2688"/>
              <a:ext cx="1187" cy="1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Tree>
    <p:extLst>
      <p:ext uri="{BB962C8B-B14F-4D97-AF65-F5344CB8AC3E}">
        <p14:creationId xmlns="" xmlns:p14="http://schemas.microsoft.com/office/powerpoint/2010/main" val="77211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47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47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in)">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pPr>
              <a:defRPr/>
            </a:pPr>
            <a:fld id="{2410EF56-D385-4639-A056-FAEC2A7CA26A}" type="slidenum">
              <a:rPr lang="en-US" smtClean="0"/>
              <a:pPr>
                <a:defRPr/>
              </a:pPr>
              <a:t>20</a:t>
            </a:fld>
            <a:endParaRPr lang="en-US"/>
          </a:p>
        </p:txBody>
      </p:sp>
      <p:sp>
        <p:nvSpPr>
          <p:cNvPr id="156674" name="Rectangle 2"/>
          <p:cNvSpPr>
            <a:spLocks noGrp="1" noChangeArrowheads="1"/>
          </p:cNvSpPr>
          <p:nvPr>
            <p:ph type="title" idx="4294967295"/>
          </p:nvPr>
        </p:nvSpPr>
        <p:spPr>
          <a:xfrm>
            <a:off x="2454275" y="396875"/>
            <a:ext cx="4906962" cy="898525"/>
          </a:xfrm>
        </p:spPr>
        <p:txBody>
          <a:bodyPr anchor="t"/>
          <a:lstStyle/>
          <a:p>
            <a:pPr eaLnBrk="1" fontAlgn="auto" hangingPunct="1">
              <a:spcAft>
                <a:spcPts val="0"/>
              </a:spcAft>
              <a:defRPr/>
            </a:pPr>
            <a:r>
              <a:rPr lang="en-US" dirty="0" smtClean="0">
                <a:solidFill>
                  <a:srgbClr val="7030A0"/>
                </a:solidFill>
              </a:rPr>
              <a:t>Group discussion</a:t>
            </a:r>
          </a:p>
        </p:txBody>
      </p:sp>
      <p:sp>
        <p:nvSpPr>
          <p:cNvPr id="106500" name="Text Box 3"/>
          <p:cNvSpPr txBox="1">
            <a:spLocks noChangeArrowheads="1"/>
          </p:cNvSpPr>
          <p:nvPr/>
        </p:nvSpPr>
        <p:spPr bwMode="auto">
          <a:xfrm>
            <a:off x="304800" y="1143000"/>
            <a:ext cx="8458200" cy="14219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algn="just">
              <a:lnSpc>
                <a:spcPct val="120000"/>
              </a:lnSpc>
              <a:spcBef>
                <a:spcPts val="0"/>
              </a:spcBef>
            </a:pPr>
            <a:r>
              <a:rPr lang="en-US" sz="2400" dirty="0" err="1"/>
              <a:t>Kepler</a:t>
            </a:r>
            <a:r>
              <a:rPr lang="en-US" sz="2400" dirty="0"/>
              <a:t> wondered why snowflakes have 6 corners, never 5 or 7.  By considering the packing of polygons in 2 dimensions, demonstrate why </a:t>
            </a:r>
            <a:r>
              <a:rPr lang="en-US" sz="2400" dirty="0">
                <a:solidFill>
                  <a:srgbClr val="CC0000"/>
                </a:solidFill>
              </a:rPr>
              <a:t>pentagons</a:t>
            </a:r>
            <a:r>
              <a:rPr lang="en-US" sz="2400" dirty="0"/>
              <a:t> and </a:t>
            </a:r>
            <a:r>
              <a:rPr lang="en-US" sz="2400" dirty="0">
                <a:solidFill>
                  <a:srgbClr val="CC0000"/>
                </a:solidFill>
              </a:rPr>
              <a:t>heptagons</a:t>
            </a:r>
            <a:r>
              <a:rPr lang="en-US" sz="2400" dirty="0"/>
              <a:t> shouldn’t occur</a:t>
            </a:r>
            <a:r>
              <a:rPr lang="en-US" sz="2400" dirty="0">
                <a:latin typeface="Times New Roman" pitchFamily="18" charset="0"/>
              </a:rPr>
              <a:t>.</a:t>
            </a:r>
          </a:p>
        </p:txBody>
      </p:sp>
      <p:sp>
        <p:nvSpPr>
          <p:cNvPr id="156676" name="AutoShape 4"/>
          <p:cNvSpPr>
            <a:spLocks noChangeArrowheads="1"/>
          </p:cNvSpPr>
          <p:nvPr/>
        </p:nvSpPr>
        <p:spPr bwMode="auto">
          <a:xfrm>
            <a:off x="1506538" y="3582988"/>
            <a:ext cx="973137" cy="873125"/>
          </a:xfrm>
          <a:prstGeom prst="hexagon">
            <a:avLst>
              <a:gd name="adj" fmla="val 27864"/>
              <a:gd name="vf" fmla="val 115470"/>
            </a:avLst>
          </a:prstGeom>
          <a:solidFill>
            <a:schemeClr val="accent1"/>
          </a:solidFill>
          <a:ln w="9525">
            <a:solidFill>
              <a:schemeClr val="tx1"/>
            </a:solidFill>
            <a:miter lim="800000"/>
            <a:headEnd/>
            <a:tailEnd/>
          </a:ln>
        </p:spPr>
        <p:txBody>
          <a:bodyPr wrap="none" anchor="ctr"/>
          <a:lstStyle/>
          <a:p>
            <a:endParaRPr lang="en-IN"/>
          </a:p>
        </p:txBody>
      </p:sp>
      <p:sp>
        <p:nvSpPr>
          <p:cNvPr id="156677" name="AutoShape 5"/>
          <p:cNvSpPr>
            <a:spLocks noChangeArrowheads="1"/>
          </p:cNvSpPr>
          <p:nvPr/>
        </p:nvSpPr>
        <p:spPr bwMode="auto">
          <a:xfrm>
            <a:off x="1517650" y="4456113"/>
            <a:ext cx="973138" cy="873125"/>
          </a:xfrm>
          <a:prstGeom prst="hexagon">
            <a:avLst>
              <a:gd name="adj" fmla="val 27864"/>
              <a:gd name="vf" fmla="val 115470"/>
            </a:avLst>
          </a:prstGeom>
          <a:solidFill>
            <a:schemeClr val="accent1"/>
          </a:solidFill>
          <a:ln w="9525">
            <a:solidFill>
              <a:schemeClr val="tx1"/>
            </a:solidFill>
            <a:miter lim="800000"/>
            <a:headEnd/>
            <a:tailEnd/>
          </a:ln>
        </p:spPr>
        <p:txBody>
          <a:bodyPr wrap="none" anchor="ctr"/>
          <a:lstStyle/>
          <a:p>
            <a:endParaRPr lang="en-IN"/>
          </a:p>
        </p:txBody>
      </p:sp>
      <p:sp>
        <p:nvSpPr>
          <p:cNvPr id="156678" name="AutoShape 6"/>
          <p:cNvSpPr>
            <a:spLocks noChangeArrowheads="1"/>
          </p:cNvSpPr>
          <p:nvPr/>
        </p:nvSpPr>
        <p:spPr bwMode="auto">
          <a:xfrm>
            <a:off x="2238375" y="4005263"/>
            <a:ext cx="973138" cy="873125"/>
          </a:xfrm>
          <a:prstGeom prst="hexagon">
            <a:avLst>
              <a:gd name="adj" fmla="val 27864"/>
              <a:gd name="vf" fmla="val 115470"/>
            </a:avLst>
          </a:prstGeom>
          <a:solidFill>
            <a:schemeClr val="accent1"/>
          </a:solidFill>
          <a:ln w="9525">
            <a:solidFill>
              <a:schemeClr val="tx1"/>
            </a:solidFill>
            <a:miter lim="800000"/>
            <a:headEnd/>
            <a:tailEnd/>
          </a:ln>
        </p:spPr>
        <p:txBody>
          <a:bodyPr wrap="none" anchor="ctr"/>
          <a:lstStyle/>
          <a:p>
            <a:endParaRPr lang="en-IN"/>
          </a:p>
        </p:txBody>
      </p:sp>
      <p:sp>
        <p:nvSpPr>
          <p:cNvPr id="156679" name="AutoShape 7"/>
          <p:cNvSpPr>
            <a:spLocks noChangeArrowheads="1"/>
          </p:cNvSpPr>
          <p:nvPr/>
        </p:nvSpPr>
        <p:spPr bwMode="auto">
          <a:xfrm>
            <a:off x="2251075" y="4881563"/>
            <a:ext cx="973138" cy="873125"/>
          </a:xfrm>
          <a:prstGeom prst="hexagon">
            <a:avLst>
              <a:gd name="adj" fmla="val 27864"/>
              <a:gd name="vf" fmla="val 115470"/>
            </a:avLst>
          </a:prstGeom>
          <a:solidFill>
            <a:schemeClr val="accent1"/>
          </a:solidFill>
          <a:ln w="9525">
            <a:solidFill>
              <a:schemeClr val="tx1"/>
            </a:solidFill>
            <a:miter lim="800000"/>
            <a:headEnd/>
            <a:tailEnd/>
          </a:ln>
        </p:spPr>
        <p:txBody>
          <a:bodyPr wrap="none" anchor="ctr"/>
          <a:lstStyle/>
          <a:p>
            <a:endParaRPr lang="en-IN"/>
          </a:p>
        </p:txBody>
      </p:sp>
      <p:sp>
        <p:nvSpPr>
          <p:cNvPr id="156680" name="AutoShape 8"/>
          <p:cNvSpPr>
            <a:spLocks noChangeArrowheads="1"/>
          </p:cNvSpPr>
          <p:nvPr/>
        </p:nvSpPr>
        <p:spPr bwMode="auto">
          <a:xfrm>
            <a:off x="2959100" y="3556000"/>
            <a:ext cx="973138" cy="873125"/>
          </a:xfrm>
          <a:prstGeom prst="hexagon">
            <a:avLst>
              <a:gd name="adj" fmla="val 27864"/>
              <a:gd name="vf" fmla="val 115470"/>
            </a:avLst>
          </a:prstGeom>
          <a:solidFill>
            <a:schemeClr val="accent1"/>
          </a:solidFill>
          <a:ln w="9525">
            <a:solidFill>
              <a:schemeClr val="tx1"/>
            </a:solidFill>
            <a:miter lim="800000"/>
            <a:headEnd/>
            <a:tailEnd/>
          </a:ln>
        </p:spPr>
        <p:txBody>
          <a:bodyPr wrap="none" anchor="ctr"/>
          <a:lstStyle/>
          <a:p>
            <a:endParaRPr lang="en-IN"/>
          </a:p>
        </p:txBody>
      </p:sp>
      <p:sp>
        <p:nvSpPr>
          <p:cNvPr id="156681" name="AutoShape 9"/>
          <p:cNvSpPr>
            <a:spLocks noChangeArrowheads="1"/>
          </p:cNvSpPr>
          <p:nvPr/>
        </p:nvSpPr>
        <p:spPr bwMode="auto">
          <a:xfrm>
            <a:off x="2971800" y="4429125"/>
            <a:ext cx="973138" cy="873125"/>
          </a:xfrm>
          <a:prstGeom prst="hexagon">
            <a:avLst>
              <a:gd name="adj" fmla="val 27864"/>
              <a:gd name="vf" fmla="val 115470"/>
            </a:avLst>
          </a:prstGeom>
          <a:solidFill>
            <a:schemeClr val="accent1"/>
          </a:solidFill>
          <a:ln w="9525">
            <a:solidFill>
              <a:schemeClr val="tx1"/>
            </a:solidFill>
            <a:miter lim="800000"/>
            <a:headEnd/>
            <a:tailEnd/>
          </a:ln>
        </p:spPr>
        <p:txBody>
          <a:bodyPr wrap="none" anchor="ctr"/>
          <a:lstStyle/>
          <a:p>
            <a:endParaRPr lang="en-IN"/>
          </a:p>
        </p:txBody>
      </p:sp>
      <p:sp>
        <p:nvSpPr>
          <p:cNvPr id="156682" name="AutoShape 10"/>
          <p:cNvSpPr>
            <a:spLocks noChangeArrowheads="1"/>
          </p:cNvSpPr>
          <p:nvPr/>
        </p:nvSpPr>
        <p:spPr bwMode="auto">
          <a:xfrm>
            <a:off x="2228850" y="3132138"/>
            <a:ext cx="973138" cy="873125"/>
          </a:xfrm>
          <a:prstGeom prst="hexagon">
            <a:avLst>
              <a:gd name="adj" fmla="val 27864"/>
              <a:gd name="vf" fmla="val 115470"/>
            </a:avLst>
          </a:prstGeom>
          <a:solidFill>
            <a:schemeClr val="accent1"/>
          </a:solidFill>
          <a:ln w="9525">
            <a:solidFill>
              <a:schemeClr val="tx1"/>
            </a:solidFill>
            <a:miter lim="800000"/>
            <a:headEnd/>
            <a:tailEnd/>
          </a:ln>
        </p:spPr>
        <p:txBody>
          <a:bodyPr wrap="none" anchor="ctr"/>
          <a:lstStyle/>
          <a:p>
            <a:endParaRPr lang="en-IN"/>
          </a:p>
        </p:txBody>
      </p:sp>
      <p:sp>
        <p:nvSpPr>
          <p:cNvPr id="14" name="AutoShape 5"/>
          <p:cNvSpPr>
            <a:spLocks noChangeArrowheads="1"/>
          </p:cNvSpPr>
          <p:nvPr/>
        </p:nvSpPr>
        <p:spPr bwMode="auto">
          <a:xfrm>
            <a:off x="5334000" y="2905125"/>
            <a:ext cx="1181100" cy="1085850"/>
          </a:xfrm>
          <a:prstGeom prst="pentagon">
            <a:avLst/>
          </a:prstGeom>
          <a:gradFill rotWithShape="1">
            <a:gsLst>
              <a:gs pos="0">
                <a:srgbClr val="9999FF"/>
              </a:gs>
              <a:gs pos="100000">
                <a:srgbClr val="474776"/>
              </a:gs>
            </a:gsLst>
            <a:path path="shape">
              <a:fillToRect l="50000" t="50000" r="50000" b="50000"/>
            </a:path>
          </a:gradFill>
          <a:ln w="9525">
            <a:solidFill>
              <a:schemeClr val="tx1"/>
            </a:solidFill>
            <a:miter lim="800000"/>
            <a:headEnd/>
            <a:tailEnd/>
          </a:ln>
        </p:spPr>
        <p:txBody>
          <a:bodyPr wrap="none" anchor="ctr"/>
          <a:lstStyle/>
          <a:p>
            <a:endParaRPr lang="tr-TR"/>
          </a:p>
        </p:txBody>
      </p:sp>
      <p:sp>
        <p:nvSpPr>
          <p:cNvPr id="15" name="AutoShape 6"/>
          <p:cNvSpPr>
            <a:spLocks noChangeArrowheads="1"/>
          </p:cNvSpPr>
          <p:nvPr/>
        </p:nvSpPr>
        <p:spPr bwMode="auto">
          <a:xfrm rot="2098845">
            <a:off x="5391150" y="3895725"/>
            <a:ext cx="1181100" cy="1085850"/>
          </a:xfrm>
          <a:prstGeom prst="pentagon">
            <a:avLst/>
          </a:prstGeom>
          <a:gradFill rotWithShape="1">
            <a:gsLst>
              <a:gs pos="0">
                <a:srgbClr val="9999FF"/>
              </a:gs>
              <a:gs pos="100000">
                <a:srgbClr val="474776"/>
              </a:gs>
            </a:gsLst>
            <a:path path="shape">
              <a:fillToRect l="50000" t="50000" r="50000" b="50000"/>
            </a:path>
          </a:gradFill>
          <a:ln w="9525">
            <a:solidFill>
              <a:schemeClr val="tx1"/>
            </a:solidFill>
            <a:miter lim="800000"/>
            <a:headEnd/>
            <a:tailEnd/>
          </a:ln>
        </p:spPr>
        <p:txBody>
          <a:bodyPr wrap="none" anchor="ctr"/>
          <a:lstStyle/>
          <a:p>
            <a:endParaRPr lang="tr-TR"/>
          </a:p>
        </p:txBody>
      </p:sp>
      <p:sp>
        <p:nvSpPr>
          <p:cNvPr id="16" name="AutoShape 7"/>
          <p:cNvSpPr>
            <a:spLocks noChangeArrowheads="1"/>
          </p:cNvSpPr>
          <p:nvPr/>
        </p:nvSpPr>
        <p:spPr bwMode="auto">
          <a:xfrm rot="-2134646">
            <a:off x="6229350" y="3209925"/>
            <a:ext cx="1181100" cy="1085850"/>
          </a:xfrm>
          <a:prstGeom prst="pentagon">
            <a:avLst/>
          </a:prstGeom>
          <a:gradFill rotWithShape="1">
            <a:gsLst>
              <a:gs pos="0">
                <a:srgbClr val="9999FF"/>
              </a:gs>
              <a:gs pos="100000">
                <a:srgbClr val="474776"/>
              </a:gs>
            </a:gsLst>
            <a:path path="shape">
              <a:fillToRect l="50000" t="50000" r="50000" b="50000"/>
            </a:path>
          </a:gradFill>
          <a:ln w="9525">
            <a:solidFill>
              <a:schemeClr val="tx1"/>
            </a:solidFill>
            <a:miter lim="800000"/>
            <a:headEnd/>
            <a:tailEnd/>
          </a:ln>
        </p:spPr>
        <p:txBody>
          <a:bodyPr wrap="none" anchor="ctr"/>
          <a:lstStyle/>
          <a:p>
            <a:endParaRPr lang="tr-TR"/>
          </a:p>
        </p:txBody>
      </p:sp>
      <p:sp>
        <p:nvSpPr>
          <p:cNvPr id="17" name="AutoShape 8"/>
          <p:cNvSpPr>
            <a:spLocks noChangeArrowheads="1"/>
          </p:cNvSpPr>
          <p:nvPr/>
        </p:nvSpPr>
        <p:spPr bwMode="auto">
          <a:xfrm>
            <a:off x="6858000" y="3990975"/>
            <a:ext cx="1181100" cy="1085850"/>
          </a:xfrm>
          <a:prstGeom prst="pentagon">
            <a:avLst/>
          </a:prstGeom>
          <a:gradFill rotWithShape="1">
            <a:gsLst>
              <a:gs pos="0">
                <a:srgbClr val="9999FF"/>
              </a:gs>
              <a:gs pos="100000">
                <a:srgbClr val="474776"/>
              </a:gs>
            </a:gsLst>
            <a:path path="shape">
              <a:fillToRect l="50000" t="50000" r="50000" b="50000"/>
            </a:path>
          </a:gradFill>
          <a:ln w="9525">
            <a:solidFill>
              <a:schemeClr val="tx1"/>
            </a:solidFill>
            <a:miter lim="800000"/>
            <a:headEnd/>
            <a:tailEnd/>
          </a:ln>
        </p:spPr>
        <p:txBody>
          <a:bodyPr wrap="none" anchor="ctr"/>
          <a:lstStyle/>
          <a:p>
            <a:endParaRPr lang="tr-TR"/>
          </a:p>
        </p:txBody>
      </p:sp>
      <p:sp>
        <p:nvSpPr>
          <p:cNvPr id="18" name="AutoShape 9"/>
          <p:cNvSpPr>
            <a:spLocks noChangeArrowheads="1"/>
          </p:cNvSpPr>
          <p:nvPr/>
        </p:nvSpPr>
        <p:spPr bwMode="auto">
          <a:xfrm>
            <a:off x="5962650" y="4676775"/>
            <a:ext cx="1181100" cy="1085850"/>
          </a:xfrm>
          <a:prstGeom prst="pentagon">
            <a:avLst/>
          </a:prstGeom>
          <a:gradFill rotWithShape="1">
            <a:gsLst>
              <a:gs pos="0">
                <a:srgbClr val="9999FF"/>
              </a:gs>
              <a:gs pos="100000">
                <a:srgbClr val="474776"/>
              </a:gs>
            </a:gsLst>
            <a:path path="shape">
              <a:fillToRect l="50000" t="50000" r="50000" b="50000"/>
            </a:path>
          </a:gradFill>
          <a:ln w="9525">
            <a:solidFill>
              <a:schemeClr val="tx1"/>
            </a:solidFill>
            <a:miter lim="800000"/>
            <a:headEnd/>
            <a:tailEnd/>
          </a:ln>
        </p:spPr>
        <p:txBody>
          <a:bodyPr wrap="none" anchor="ctr"/>
          <a:lstStyle/>
          <a:p>
            <a:endParaRPr lang="tr-TR"/>
          </a:p>
        </p:txBody>
      </p:sp>
      <p:sp>
        <p:nvSpPr>
          <p:cNvPr id="19" name="AutoShape 15"/>
          <p:cNvSpPr>
            <a:spLocks/>
          </p:cNvSpPr>
          <p:nvPr/>
        </p:nvSpPr>
        <p:spPr bwMode="auto">
          <a:xfrm>
            <a:off x="6019800" y="5867400"/>
            <a:ext cx="2085975" cy="847725"/>
          </a:xfrm>
          <a:prstGeom prst="borderCallout1">
            <a:avLst>
              <a:gd name="adj1" fmla="val -1449"/>
              <a:gd name="adj2" fmla="val 56236"/>
              <a:gd name="adj3" fmla="val -151264"/>
              <a:gd name="adj4" fmla="val 35630"/>
            </a:avLst>
          </a:prstGeom>
          <a:noFill/>
          <a:ln w="25400">
            <a:solidFill>
              <a:schemeClr val="tx1"/>
            </a:solidFill>
            <a:miter lim="800000"/>
            <a:headEnd/>
            <a:tailEnd type="stealth" w="lg" len="lg"/>
          </a:ln>
          <a:extLst>
            <a:ext uri="{909E8E84-426E-40DD-AFC4-6F175D3DCCD1}">
              <a14:hiddenFill xmlns="" xmlns:a14="http://schemas.microsoft.com/office/drawing/2010/main">
                <a:solidFill>
                  <a:srgbClr val="FFFFFF"/>
                </a:solidFill>
              </a14:hiddenFill>
            </a:ext>
          </a:extLst>
        </p:spPr>
        <p:txBody>
          <a:bodyPr>
            <a:spAutoFit/>
          </a:bodyPr>
          <a:lstStyle/>
          <a:p>
            <a:pPr eaLnBrk="0" hangingPunct="0"/>
            <a:r>
              <a:rPr lang="en-GB" sz="2400"/>
              <a:t>Empty space is not allowed</a:t>
            </a:r>
          </a:p>
        </p:txBody>
      </p:sp>
    </p:spTree>
    <p:extLst>
      <p:ext uri="{BB962C8B-B14F-4D97-AF65-F5344CB8AC3E}">
        <p14:creationId xmlns="" xmlns:p14="http://schemas.microsoft.com/office/powerpoint/2010/main" val="1247578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66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667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667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667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5668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668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5668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6" grpId="0" animBg="1"/>
      <p:bldP spid="156677" grpId="0" animBg="1"/>
      <p:bldP spid="156678" grpId="0" animBg="1"/>
      <p:bldP spid="156679" grpId="0" animBg="1"/>
      <p:bldP spid="156680" grpId="0" animBg="1"/>
      <p:bldP spid="156681" grpId="0" animBg="1"/>
      <p:bldP spid="156682" grpId="0" animBg="1"/>
      <p:bldP spid="14" grpId="0" animBg="1"/>
      <p:bldP spid="15" grpId="0" animBg="1"/>
      <p:bldP spid="16" grpId="0" animBg="1"/>
      <p:bldP spid="17" grpId="0" animBg="1"/>
      <p:bldP spid="18" grpId="0" animBg="1"/>
      <p:bldP spid="19"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AutoShape 27"/>
          <p:cNvSpPr>
            <a:spLocks noChangeArrowheads="1"/>
          </p:cNvSpPr>
          <p:nvPr/>
        </p:nvSpPr>
        <p:spPr bwMode="auto">
          <a:xfrm>
            <a:off x="400050" y="55245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12" name="AutoShape 28"/>
          <p:cNvSpPr>
            <a:spLocks noChangeArrowheads="1"/>
          </p:cNvSpPr>
          <p:nvPr/>
        </p:nvSpPr>
        <p:spPr bwMode="auto">
          <a:xfrm>
            <a:off x="1847850" y="152400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13" name="AutoShape 29"/>
          <p:cNvSpPr>
            <a:spLocks noChangeArrowheads="1"/>
          </p:cNvSpPr>
          <p:nvPr/>
        </p:nvSpPr>
        <p:spPr bwMode="auto">
          <a:xfrm>
            <a:off x="3467100" y="152400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15" name="AutoShape 31"/>
          <p:cNvSpPr>
            <a:spLocks noChangeArrowheads="1"/>
          </p:cNvSpPr>
          <p:nvPr/>
        </p:nvSpPr>
        <p:spPr bwMode="auto">
          <a:xfrm>
            <a:off x="5086350" y="152400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16" name="AutoShape 32"/>
          <p:cNvSpPr>
            <a:spLocks noChangeArrowheads="1"/>
          </p:cNvSpPr>
          <p:nvPr/>
        </p:nvSpPr>
        <p:spPr bwMode="auto">
          <a:xfrm>
            <a:off x="6705600" y="152400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17" name="AutoShape 33"/>
          <p:cNvSpPr>
            <a:spLocks noChangeArrowheads="1"/>
          </p:cNvSpPr>
          <p:nvPr/>
        </p:nvSpPr>
        <p:spPr bwMode="auto">
          <a:xfrm>
            <a:off x="1314450" y="268605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18" name="AutoShape 34"/>
          <p:cNvSpPr>
            <a:spLocks noChangeArrowheads="1"/>
          </p:cNvSpPr>
          <p:nvPr/>
        </p:nvSpPr>
        <p:spPr bwMode="auto">
          <a:xfrm>
            <a:off x="2933700" y="268605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19" name="AutoShape 35"/>
          <p:cNvSpPr>
            <a:spLocks noChangeArrowheads="1"/>
          </p:cNvSpPr>
          <p:nvPr/>
        </p:nvSpPr>
        <p:spPr bwMode="auto">
          <a:xfrm>
            <a:off x="4552950" y="268605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20" name="AutoShape 36"/>
          <p:cNvSpPr>
            <a:spLocks noChangeArrowheads="1"/>
          </p:cNvSpPr>
          <p:nvPr/>
        </p:nvSpPr>
        <p:spPr bwMode="auto">
          <a:xfrm>
            <a:off x="6172200" y="268605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21" name="AutoShape 37"/>
          <p:cNvSpPr>
            <a:spLocks noChangeArrowheads="1"/>
          </p:cNvSpPr>
          <p:nvPr/>
        </p:nvSpPr>
        <p:spPr bwMode="auto">
          <a:xfrm>
            <a:off x="762000" y="386715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22" name="AutoShape 38"/>
          <p:cNvSpPr>
            <a:spLocks noChangeArrowheads="1"/>
          </p:cNvSpPr>
          <p:nvPr/>
        </p:nvSpPr>
        <p:spPr bwMode="auto">
          <a:xfrm>
            <a:off x="2381250" y="386715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23" name="AutoShape 39"/>
          <p:cNvSpPr>
            <a:spLocks noChangeArrowheads="1"/>
          </p:cNvSpPr>
          <p:nvPr/>
        </p:nvSpPr>
        <p:spPr bwMode="auto">
          <a:xfrm>
            <a:off x="4000500" y="386715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24" name="AutoShape 40"/>
          <p:cNvSpPr>
            <a:spLocks noChangeArrowheads="1"/>
          </p:cNvSpPr>
          <p:nvPr/>
        </p:nvSpPr>
        <p:spPr bwMode="auto">
          <a:xfrm>
            <a:off x="5619750" y="386715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25" name="AutoShape 41"/>
          <p:cNvSpPr>
            <a:spLocks noChangeArrowheads="1"/>
          </p:cNvSpPr>
          <p:nvPr/>
        </p:nvSpPr>
        <p:spPr bwMode="auto">
          <a:xfrm>
            <a:off x="228600" y="502920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26" name="AutoShape 42"/>
          <p:cNvSpPr>
            <a:spLocks noChangeArrowheads="1"/>
          </p:cNvSpPr>
          <p:nvPr/>
        </p:nvSpPr>
        <p:spPr bwMode="auto">
          <a:xfrm>
            <a:off x="1847850" y="502920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27" name="AutoShape 43"/>
          <p:cNvSpPr>
            <a:spLocks noChangeArrowheads="1"/>
          </p:cNvSpPr>
          <p:nvPr/>
        </p:nvSpPr>
        <p:spPr bwMode="auto">
          <a:xfrm>
            <a:off x="3467100" y="502920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
        <p:nvSpPr>
          <p:cNvPr id="246828" name="AutoShape 44"/>
          <p:cNvSpPr>
            <a:spLocks noChangeArrowheads="1"/>
          </p:cNvSpPr>
          <p:nvPr/>
        </p:nvSpPr>
        <p:spPr bwMode="auto">
          <a:xfrm>
            <a:off x="5086350" y="5029200"/>
            <a:ext cx="2171700" cy="1162050"/>
          </a:xfrm>
          <a:prstGeom prst="parallelogram">
            <a:avLst>
              <a:gd name="adj" fmla="val 46721"/>
            </a:avLst>
          </a:prstGeom>
          <a:solidFill>
            <a:srgbClr val="336600"/>
          </a:solidFill>
          <a:ln w="12700">
            <a:solidFill>
              <a:srgbClr val="FFFFCC"/>
            </a:solidFill>
            <a:miter lim="800000"/>
            <a:headEnd/>
            <a:tailEnd/>
          </a:ln>
        </p:spPr>
        <p:txBody>
          <a:bodyPr wrap="none" anchor="ctr"/>
          <a:lstStyle/>
          <a:p>
            <a:pPr eaLnBrk="0" hangingPunct="0"/>
            <a:endParaRPr lang="en-US">
              <a:solidFill>
                <a:srgbClr val="CCCCFF"/>
              </a:solidFill>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8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8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68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68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68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68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68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68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68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68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68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68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68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68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68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68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812" grpId="0" animBg="1"/>
      <p:bldP spid="246813" grpId="0" animBg="1"/>
      <p:bldP spid="246815" grpId="0" animBg="1"/>
      <p:bldP spid="246816" grpId="0" animBg="1"/>
      <p:bldP spid="246817" grpId="0" animBg="1"/>
      <p:bldP spid="246818" grpId="0" animBg="1"/>
      <p:bldP spid="246819" grpId="0" animBg="1"/>
      <p:bldP spid="246820" grpId="0" animBg="1"/>
      <p:bldP spid="246821" grpId="0" animBg="1"/>
      <p:bldP spid="246822" grpId="0" animBg="1"/>
      <p:bldP spid="246823" grpId="0" animBg="1"/>
      <p:bldP spid="246824" grpId="0" animBg="1"/>
      <p:bldP spid="246825" grpId="0" animBg="1"/>
      <p:bldP spid="246826" grpId="0" animBg="1"/>
      <p:bldP spid="246827" grpId="0" animBg="1"/>
      <p:bldP spid="2468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4"/>
          <p:cNvSpPr>
            <a:spLocks noChangeArrowheads="1"/>
          </p:cNvSpPr>
          <p:nvPr/>
        </p:nvSpPr>
        <p:spPr bwMode="auto">
          <a:xfrm>
            <a:off x="800100" y="8001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53" name="Rectangle 5"/>
          <p:cNvSpPr>
            <a:spLocks noChangeArrowheads="1"/>
          </p:cNvSpPr>
          <p:nvPr/>
        </p:nvSpPr>
        <p:spPr bwMode="auto">
          <a:xfrm>
            <a:off x="533400" y="19050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54" name="Rectangle 6"/>
          <p:cNvSpPr>
            <a:spLocks noChangeArrowheads="1"/>
          </p:cNvSpPr>
          <p:nvPr/>
        </p:nvSpPr>
        <p:spPr bwMode="auto">
          <a:xfrm>
            <a:off x="2609850" y="19050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55" name="Rectangle 7"/>
          <p:cNvSpPr>
            <a:spLocks noChangeArrowheads="1"/>
          </p:cNvSpPr>
          <p:nvPr/>
        </p:nvSpPr>
        <p:spPr bwMode="auto">
          <a:xfrm>
            <a:off x="4667250" y="19050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56" name="Rectangle 8"/>
          <p:cNvSpPr>
            <a:spLocks noChangeArrowheads="1"/>
          </p:cNvSpPr>
          <p:nvPr/>
        </p:nvSpPr>
        <p:spPr bwMode="auto">
          <a:xfrm>
            <a:off x="6724650" y="19050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58" name="Rectangle 10"/>
          <p:cNvSpPr>
            <a:spLocks noChangeArrowheads="1"/>
          </p:cNvSpPr>
          <p:nvPr/>
        </p:nvSpPr>
        <p:spPr bwMode="auto">
          <a:xfrm>
            <a:off x="533400" y="26098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59" name="Rectangle 11"/>
          <p:cNvSpPr>
            <a:spLocks noChangeArrowheads="1"/>
          </p:cNvSpPr>
          <p:nvPr/>
        </p:nvSpPr>
        <p:spPr bwMode="auto">
          <a:xfrm>
            <a:off x="2609850" y="26098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0" name="Rectangle 12"/>
          <p:cNvSpPr>
            <a:spLocks noChangeArrowheads="1"/>
          </p:cNvSpPr>
          <p:nvPr/>
        </p:nvSpPr>
        <p:spPr bwMode="auto">
          <a:xfrm>
            <a:off x="4667250" y="26098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1" name="Rectangle 13"/>
          <p:cNvSpPr>
            <a:spLocks noChangeArrowheads="1"/>
          </p:cNvSpPr>
          <p:nvPr/>
        </p:nvSpPr>
        <p:spPr bwMode="auto">
          <a:xfrm>
            <a:off x="6724650" y="26098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2" name="Rectangle 14"/>
          <p:cNvSpPr>
            <a:spLocks noChangeArrowheads="1"/>
          </p:cNvSpPr>
          <p:nvPr/>
        </p:nvSpPr>
        <p:spPr bwMode="auto">
          <a:xfrm>
            <a:off x="533400" y="33337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3" name="Rectangle 15"/>
          <p:cNvSpPr>
            <a:spLocks noChangeArrowheads="1"/>
          </p:cNvSpPr>
          <p:nvPr/>
        </p:nvSpPr>
        <p:spPr bwMode="auto">
          <a:xfrm>
            <a:off x="2609850" y="33337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4" name="Rectangle 16"/>
          <p:cNvSpPr>
            <a:spLocks noChangeArrowheads="1"/>
          </p:cNvSpPr>
          <p:nvPr/>
        </p:nvSpPr>
        <p:spPr bwMode="auto">
          <a:xfrm>
            <a:off x="4667250" y="33337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5" name="Rectangle 17"/>
          <p:cNvSpPr>
            <a:spLocks noChangeArrowheads="1"/>
          </p:cNvSpPr>
          <p:nvPr/>
        </p:nvSpPr>
        <p:spPr bwMode="auto">
          <a:xfrm>
            <a:off x="6724650" y="33337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6" name="Rectangle 18"/>
          <p:cNvSpPr>
            <a:spLocks noChangeArrowheads="1"/>
          </p:cNvSpPr>
          <p:nvPr/>
        </p:nvSpPr>
        <p:spPr bwMode="auto">
          <a:xfrm>
            <a:off x="533400" y="40386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7" name="Rectangle 19"/>
          <p:cNvSpPr>
            <a:spLocks noChangeArrowheads="1"/>
          </p:cNvSpPr>
          <p:nvPr/>
        </p:nvSpPr>
        <p:spPr bwMode="auto">
          <a:xfrm>
            <a:off x="2609850" y="40386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8" name="Rectangle 20"/>
          <p:cNvSpPr>
            <a:spLocks noChangeArrowheads="1"/>
          </p:cNvSpPr>
          <p:nvPr/>
        </p:nvSpPr>
        <p:spPr bwMode="auto">
          <a:xfrm>
            <a:off x="4667250" y="40386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69" name="Rectangle 21"/>
          <p:cNvSpPr>
            <a:spLocks noChangeArrowheads="1"/>
          </p:cNvSpPr>
          <p:nvPr/>
        </p:nvSpPr>
        <p:spPr bwMode="auto">
          <a:xfrm>
            <a:off x="6724650" y="40386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70" name="Rectangle 22"/>
          <p:cNvSpPr>
            <a:spLocks noChangeArrowheads="1"/>
          </p:cNvSpPr>
          <p:nvPr/>
        </p:nvSpPr>
        <p:spPr bwMode="auto">
          <a:xfrm>
            <a:off x="533400" y="47625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71" name="Rectangle 23"/>
          <p:cNvSpPr>
            <a:spLocks noChangeArrowheads="1"/>
          </p:cNvSpPr>
          <p:nvPr/>
        </p:nvSpPr>
        <p:spPr bwMode="auto">
          <a:xfrm>
            <a:off x="2609850" y="47625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72" name="Rectangle 24"/>
          <p:cNvSpPr>
            <a:spLocks noChangeArrowheads="1"/>
          </p:cNvSpPr>
          <p:nvPr/>
        </p:nvSpPr>
        <p:spPr bwMode="auto">
          <a:xfrm>
            <a:off x="4667250" y="47625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73" name="Rectangle 25"/>
          <p:cNvSpPr>
            <a:spLocks noChangeArrowheads="1"/>
          </p:cNvSpPr>
          <p:nvPr/>
        </p:nvSpPr>
        <p:spPr bwMode="auto">
          <a:xfrm>
            <a:off x="6724650" y="476250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74" name="Rectangle 26"/>
          <p:cNvSpPr>
            <a:spLocks noChangeArrowheads="1"/>
          </p:cNvSpPr>
          <p:nvPr/>
        </p:nvSpPr>
        <p:spPr bwMode="auto">
          <a:xfrm>
            <a:off x="533400" y="54673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75" name="Rectangle 27"/>
          <p:cNvSpPr>
            <a:spLocks noChangeArrowheads="1"/>
          </p:cNvSpPr>
          <p:nvPr/>
        </p:nvSpPr>
        <p:spPr bwMode="auto">
          <a:xfrm>
            <a:off x="2609850" y="54673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76" name="Rectangle 28"/>
          <p:cNvSpPr>
            <a:spLocks noChangeArrowheads="1"/>
          </p:cNvSpPr>
          <p:nvPr/>
        </p:nvSpPr>
        <p:spPr bwMode="auto">
          <a:xfrm>
            <a:off x="4667250" y="54673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
        <p:nvSpPr>
          <p:cNvPr id="232477" name="Rectangle 29"/>
          <p:cNvSpPr>
            <a:spLocks noChangeArrowheads="1"/>
          </p:cNvSpPr>
          <p:nvPr/>
        </p:nvSpPr>
        <p:spPr bwMode="auto">
          <a:xfrm>
            <a:off x="6724650" y="5467350"/>
            <a:ext cx="2057400" cy="723900"/>
          </a:xfrm>
          <a:prstGeom prst="rect">
            <a:avLst/>
          </a:prstGeom>
          <a:solidFill>
            <a:schemeClr val="accent1"/>
          </a:solidFill>
          <a:ln w="12700">
            <a:solidFill>
              <a:srgbClr val="FFFFCC"/>
            </a:solidFill>
            <a:miter lim="800000"/>
            <a:headEnd/>
            <a:tailEnd/>
          </a:ln>
        </p:spPr>
        <p:txBody>
          <a:bodyPr wrap="none" anchor="ctr"/>
          <a:lstStyle/>
          <a:p>
            <a:pPr eaLnBrk="0" hangingPunct="0"/>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24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24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24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24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24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24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246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246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246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246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24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246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24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246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24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246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247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247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247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247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247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247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247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24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3" grpId="0" animBg="1"/>
      <p:bldP spid="232454" grpId="0" animBg="1"/>
      <p:bldP spid="232455" grpId="0" animBg="1"/>
      <p:bldP spid="232456" grpId="0" animBg="1"/>
      <p:bldP spid="232458" grpId="0" animBg="1"/>
      <p:bldP spid="232459" grpId="0" animBg="1"/>
      <p:bldP spid="232460" grpId="0" animBg="1"/>
      <p:bldP spid="232461" grpId="0" animBg="1"/>
      <p:bldP spid="232462" grpId="0" animBg="1"/>
      <p:bldP spid="232463" grpId="0" animBg="1"/>
      <p:bldP spid="232464" grpId="0" animBg="1"/>
      <p:bldP spid="232465" grpId="0" animBg="1"/>
      <p:bldP spid="232466" grpId="0" animBg="1"/>
      <p:bldP spid="232467" grpId="0" animBg="1"/>
      <p:bldP spid="232468" grpId="0" animBg="1"/>
      <p:bldP spid="232469" grpId="0" animBg="1"/>
      <p:bldP spid="232470" grpId="0" animBg="1"/>
      <p:bldP spid="232471" grpId="0" animBg="1"/>
      <p:bldP spid="232472" grpId="0" animBg="1"/>
      <p:bldP spid="232473" grpId="0" animBg="1"/>
      <p:bldP spid="232474" grpId="0" animBg="1"/>
      <p:bldP spid="232475" grpId="0" animBg="1"/>
      <p:bldP spid="232476" grpId="0" animBg="1"/>
      <p:bldP spid="23247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ChangeArrowheads="1"/>
          </p:cNvSpPr>
          <p:nvPr/>
        </p:nvSpPr>
        <p:spPr bwMode="auto">
          <a:xfrm>
            <a:off x="819150" y="628650"/>
            <a:ext cx="911225" cy="722313"/>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grpSp>
        <p:nvGrpSpPr>
          <p:cNvPr id="2" name="Group 78"/>
          <p:cNvGrpSpPr>
            <a:grpSpLocks/>
          </p:cNvGrpSpPr>
          <p:nvPr/>
        </p:nvGrpSpPr>
        <p:grpSpPr bwMode="auto">
          <a:xfrm>
            <a:off x="862013" y="1908175"/>
            <a:ext cx="7480300" cy="4718050"/>
            <a:chOff x="360" y="1452"/>
            <a:chExt cx="4224" cy="2700"/>
          </a:xfrm>
        </p:grpSpPr>
        <p:grpSp>
          <p:nvGrpSpPr>
            <p:cNvPr id="3" name="Group 27"/>
            <p:cNvGrpSpPr>
              <a:grpSpLocks/>
            </p:cNvGrpSpPr>
            <p:nvPr/>
          </p:nvGrpSpPr>
          <p:grpSpPr bwMode="auto">
            <a:xfrm>
              <a:off x="360" y="1452"/>
              <a:ext cx="2112" cy="2700"/>
              <a:chOff x="336" y="1584"/>
              <a:chExt cx="5196" cy="2700"/>
            </a:xfrm>
          </p:grpSpPr>
          <p:sp>
            <p:nvSpPr>
              <p:cNvPr id="172063" name="Rectangle 3"/>
              <p:cNvSpPr>
                <a:spLocks noChangeArrowheads="1"/>
              </p:cNvSpPr>
              <p:nvPr/>
            </p:nvSpPr>
            <p:spPr bwMode="auto">
              <a:xfrm>
                <a:off x="336" y="15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64" name="Rectangle 4"/>
              <p:cNvSpPr>
                <a:spLocks noChangeArrowheads="1"/>
              </p:cNvSpPr>
              <p:nvPr/>
            </p:nvSpPr>
            <p:spPr bwMode="auto">
              <a:xfrm>
                <a:off x="1644" y="15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65" name="Rectangle 5"/>
              <p:cNvSpPr>
                <a:spLocks noChangeArrowheads="1"/>
              </p:cNvSpPr>
              <p:nvPr/>
            </p:nvSpPr>
            <p:spPr bwMode="auto">
              <a:xfrm>
                <a:off x="2940" y="15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66" name="Rectangle 6"/>
              <p:cNvSpPr>
                <a:spLocks noChangeArrowheads="1"/>
              </p:cNvSpPr>
              <p:nvPr/>
            </p:nvSpPr>
            <p:spPr bwMode="auto">
              <a:xfrm>
                <a:off x="4236" y="15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67" name="Rectangle 7"/>
              <p:cNvSpPr>
                <a:spLocks noChangeArrowheads="1"/>
              </p:cNvSpPr>
              <p:nvPr/>
            </p:nvSpPr>
            <p:spPr bwMode="auto">
              <a:xfrm>
                <a:off x="336" y="20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68" name="Rectangle 8"/>
              <p:cNvSpPr>
                <a:spLocks noChangeArrowheads="1"/>
              </p:cNvSpPr>
              <p:nvPr/>
            </p:nvSpPr>
            <p:spPr bwMode="auto">
              <a:xfrm>
                <a:off x="1644" y="20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69" name="Rectangle 9"/>
              <p:cNvSpPr>
                <a:spLocks noChangeArrowheads="1"/>
              </p:cNvSpPr>
              <p:nvPr/>
            </p:nvSpPr>
            <p:spPr bwMode="auto">
              <a:xfrm>
                <a:off x="2940" y="20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0" name="Rectangle 10"/>
              <p:cNvSpPr>
                <a:spLocks noChangeArrowheads="1"/>
              </p:cNvSpPr>
              <p:nvPr/>
            </p:nvSpPr>
            <p:spPr bwMode="auto">
              <a:xfrm>
                <a:off x="4236" y="20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1" name="Rectangle 11"/>
              <p:cNvSpPr>
                <a:spLocks noChangeArrowheads="1"/>
              </p:cNvSpPr>
              <p:nvPr/>
            </p:nvSpPr>
            <p:spPr bwMode="auto">
              <a:xfrm>
                <a:off x="336" y="24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2" name="Rectangle 12"/>
              <p:cNvSpPr>
                <a:spLocks noChangeArrowheads="1"/>
              </p:cNvSpPr>
              <p:nvPr/>
            </p:nvSpPr>
            <p:spPr bwMode="auto">
              <a:xfrm>
                <a:off x="1644" y="24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3" name="Rectangle 13"/>
              <p:cNvSpPr>
                <a:spLocks noChangeArrowheads="1"/>
              </p:cNvSpPr>
              <p:nvPr/>
            </p:nvSpPr>
            <p:spPr bwMode="auto">
              <a:xfrm>
                <a:off x="2940" y="24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4" name="Rectangle 14"/>
              <p:cNvSpPr>
                <a:spLocks noChangeArrowheads="1"/>
              </p:cNvSpPr>
              <p:nvPr/>
            </p:nvSpPr>
            <p:spPr bwMode="auto">
              <a:xfrm>
                <a:off x="4236" y="24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5" name="Rectangle 15"/>
              <p:cNvSpPr>
                <a:spLocks noChangeArrowheads="1"/>
              </p:cNvSpPr>
              <p:nvPr/>
            </p:nvSpPr>
            <p:spPr bwMode="auto">
              <a:xfrm>
                <a:off x="336" y="29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6" name="Rectangle 16"/>
              <p:cNvSpPr>
                <a:spLocks noChangeArrowheads="1"/>
              </p:cNvSpPr>
              <p:nvPr/>
            </p:nvSpPr>
            <p:spPr bwMode="auto">
              <a:xfrm>
                <a:off x="1644" y="29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7" name="Rectangle 17"/>
              <p:cNvSpPr>
                <a:spLocks noChangeArrowheads="1"/>
              </p:cNvSpPr>
              <p:nvPr/>
            </p:nvSpPr>
            <p:spPr bwMode="auto">
              <a:xfrm>
                <a:off x="2940" y="29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8" name="Rectangle 18"/>
              <p:cNvSpPr>
                <a:spLocks noChangeArrowheads="1"/>
              </p:cNvSpPr>
              <p:nvPr/>
            </p:nvSpPr>
            <p:spPr bwMode="auto">
              <a:xfrm>
                <a:off x="4236" y="29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79" name="Rectangle 19"/>
              <p:cNvSpPr>
                <a:spLocks noChangeArrowheads="1"/>
              </p:cNvSpPr>
              <p:nvPr/>
            </p:nvSpPr>
            <p:spPr bwMode="auto">
              <a:xfrm>
                <a:off x="336" y="33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80" name="Rectangle 20"/>
              <p:cNvSpPr>
                <a:spLocks noChangeArrowheads="1"/>
              </p:cNvSpPr>
              <p:nvPr/>
            </p:nvSpPr>
            <p:spPr bwMode="auto">
              <a:xfrm>
                <a:off x="1644" y="33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81" name="Rectangle 21"/>
              <p:cNvSpPr>
                <a:spLocks noChangeArrowheads="1"/>
              </p:cNvSpPr>
              <p:nvPr/>
            </p:nvSpPr>
            <p:spPr bwMode="auto">
              <a:xfrm>
                <a:off x="2940" y="33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82" name="Rectangle 22"/>
              <p:cNvSpPr>
                <a:spLocks noChangeArrowheads="1"/>
              </p:cNvSpPr>
              <p:nvPr/>
            </p:nvSpPr>
            <p:spPr bwMode="auto">
              <a:xfrm>
                <a:off x="4236" y="33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83" name="Rectangle 23"/>
              <p:cNvSpPr>
                <a:spLocks noChangeArrowheads="1"/>
              </p:cNvSpPr>
              <p:nvPr/>
            </p:nvSpPr>
            <p:spPr bwMode="auto">
              <a:xfrm>
                <a:off x="336" y="38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84" name="Rectangle 24"/>
              <p:cNvSpPr>
                <a:spLocks noChangeArrowheads="1"/>
              </p:cNvSpPr>
              <p:nvPr/>
            </p:nvSpPr>
            <p:spPr bwMode="auto">
              <a:xfrm>
                <a:off x="1644" y="38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85" name="Rectangle 25"/>
              <p:cNvSpPr>
                <a:spLocks noChangeArrowheads="1"/>
              </p:cNvSpPr>
              <p:nvPr/>
            </p:nvSpPr>
            <p:spPr bwMode="auto">
              <a:xfrm>
                <a:off x="2940" y="38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86" name="Rectangle 26"/>
              <p:cNvSpPr>
                <a:spLocks noChangeArrowheads="1"/>
              </p:cNvSpPr>
              <p:nvPr/>
            </p:nvSpPr>
            <p:spPr bwMode="auto">
              <a:xfrm>
                <a:off x="4236" y="38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grpSp>
        <p:grpSp>
          <p:nvGrpSpPr>
            <p:cNvPr id="4" name="Group 28"/>
            <p:cNvGrpSpPr>
              <a:grpSpLocks/>
            </p:cNvGrpSpPr>
            <p:nvPr/>
          </p:nvGrpSpPr>
          <p:grpSpPr bwMode="auto">
            <a:xfrm>
              <a:off x="2472" y="1452"/>
              <a:ext cx="2112" cy="2700"/>
              <a:chOff x="336" y="1584"/>
              <a:chExt cx="5196" cy="2700"/>
            </a:xfrm>
          </p:grpSpPr>
          <p:sp>
            <p:nvSpPr>
              <p:cNvPr id="172039" name="Rectangle 29"/>
              <p:cNvSpPr>
                <a:spLocks noChangeArrowheads="1"/>
              </p:cNvSpPr>
              <p:nvPr/>
            </p:nvSpPr>
            <p:spPr bwMode="auto">
              <a:xfrm>
                <a:off x="336" y="15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0" name="Rectangle 30"/>
              <p:cNvSpPr>
                <a:spLocks noChangeArrowheads="1"/>
              </p:cNvSpPr>
              <p:nvPr/>
            </p:nvSpPr>
            <p:spPr bwMode="auto">
              <a:xfrm>
                <a:off x="1644" y="15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1" name="Rectangle 31"/>
              <p:cNvSpPr>
                <a:spLocks noChangeArrowheads="1"/>
              </p:cNvSpPr>
              <p:nvPr/>
            </p:nvSpPr>
            <p:spPr bwMode="auto">
              <a:xfrm>
                <a:off x="2940" y="15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2" name="Rectangle 32"/>
              <p:cNvSpPr>
                <a:spLocks noChangeArrowheads="1"/>
              </p:cNvSpPr>
              <p:nvPr/>
            </p:nvSpPr>
            <p:spPr bwMode="auto">
              <a:xfrm>
                <a:off x="4236" y="15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3" name="Rectangle 33"/>
              <p:cNvSpPr>
                <a:spLocks noChangeArrowheads="1"/>
              </p:cNvSpPr>
              <p:nvPr/>
            </p:nvSpPr>
            <p:spPr bwMode="auto">
              <a:xfrm>
                <a:off x="336" y="20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4" name="Rectangle 34"/>
              <p:cNvSpPr>
                <a:spLocks noChangeArrowheads="1"/>
              </p:cNvSpPr>
              <p:nvPr/>
            </p:nvSpPr>
            <p:spPr bwMode="auto">
              <a:xfrm>
                <a:off x="1644" y="20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5" name="Rectangle 35"/>
              <p:cNvSpPr>
                <a:spLocks noChangeArrowheads="1"/>
              </p:cNvSpPr>
              <p:nvPr/>
            </p:nvSpPr>
            <p:spPr bwMode="auto">
              <a:xfrm>
                <a:off x="2940" y="20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6" name="Rectangle 36"/>
              <p:cNvSpPr>
                <a:spLocks noChangeArrowheads="1"/>
              </p:cNvSpPr>
              <p:nvPr/>
            </p:nvSpPr>
            <p:spPr bwMode="auto">
              <a:xfrm>
                <a:off x="4236" y="20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7" name="Rectangle 37"/>
              <p:cNvSpPr>
                <a:spLocks noChangeArrowheads="1"/>
              </p:cNvSpPr>
              <p:nvPr/>
            </p:nvSpPr>
            <p:spPr bwMode="auto">
              <a:xfrm>
                <a:off x="336" y="24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8" name="Rectangle 38"/>
              <p:cNvSpPr>
                <a:spLocks noChangeArrowheads="1"/>
              </p:cNvSpPr>
              <p:nvPr/>
            </p:nvSpPr>
            <p:spPr bwMode="auto">
              <a:xfrm>
                <a:off x="1644" y="24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49" name="Rectangle 39"/>
              <p:cNvSpPr>
                <a:spLocks noChangeArrowheads="1"/>
              </p:cNvSpPr>
              <p:nvPr/>
            </p:nvSpPr>
            <p:spPr bwMode="auto">
              <a:xfrm>
                <a:off x="2940" y="24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0" name="Rectangle 40"/>
              <p:cNvSpPr>
                <a:spLocks noChangeArrowheads="1"/>
              </p:cNvSpPr>
              <p:nvPr/>
            </p:nvSpPr>
            <p:spPr bwMode="auto">
              <a:xfrm>
                <a:off x="4236" y="24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1" name="Rectangle 41"/>
              <p:cNvSpPr>
                <a:spLocks noChangeArrowheads="1"/>
              </p:cNvSpPr>
              <p:nvPr/>
            </p:nvSpPr>
            <p:spPr bwMode="auto">
              <a:xfrm>
                <a:off x="336" y="29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2" name="Rectangle 42"/>
              <p:cNvSpPr>
                <a:spLocks noChangeArrowheads="1"/>
              </p:cNvSpPr>
              <p:nvPr/>
            </p:nvSpPr>
            <p:spPr bwMode="auto">
              <a:xfrm>
                <a:off x="1644" y="29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3" name="Rectangle 43"/>
              <p:cNvSpPr>
                <a:spLocks noChangeArrowheads="1"/>
              </p:cNvSpPr>
              <p:nvPr/>
            </p:nvSpPr>
            <p:spPr bwMode="auto">
              <a:xfrm>
                <a:off x="2940" y="29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4" name="Rectangle 44"/>
              <p:cNvSpPr>
                <a:spLocks noChangeArrowheads="1"/>
              </p:cNvSpPr>
              <p:nvPr/>
            </p:nvSpPr>
            <p:spPr bwMode="auto">
              <a:xfrm>
                <a:off x="4236" y="29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5" name="Rectangle 45"/>
              <p:cNvSpPr>
                <a:spLocks noChangeArrowheads="1"/>
              </p:cNvSpPr>
              <p:nvPr/>
            </p:nvSpPr>
            <p:spPr bwMode="auto">
              <a:xfrm>
                <a:off x="336" y="33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6" name="Rectangle 46"/>
              <p:cNvSpPr>
                <a:spLocks noChangeArrowheads="1"/>
              </p:cNvSpPr>
              <p:nvPr/>
            </p:nvSpPr>
            <p:spPr bwMode="auto">
              <a:xfrm>
                <a:off x="1644" y="33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7" name="Rectangle 47"/>
              <p:cNvSpPr>
                <a:spLocks noChangeArrowheads="1"/>
              </p:cNvSpPr>
              <p:nvPr/>
            </p:nvSpPr>
            <p:spPr bwMode="auto">
              <a:xfrm>
                <a:off x="2940" y="33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8" name="Rectangle 48"/>
              <p:cNvSpPr>
                <a:spLocks noChangeArrowheads="1"/>
              </p:cNvSpPr>
              <p:nvPr/>
            </p:nvSpPr>
            <p:spPr bwMode="auto">
              <a:xfrm>
                <a:off x="4236" y="3384"/>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59" name="Rectangle 49"/>
              <p:cNvSpPr>
                <a:spLocks noChangeArrowheads="1"/>
              </p:cNvSpPr>
              <p:nvPr/>
            </p:nvSpPr>
            <p:spPr bwMode="auto">
              <a:xfrm>
                <a:off x="336" y="38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60" name="Rectangle 50"/>
              <p:cNvSpPr>
                <a:spLocks noChangeArrowheads="1"/>
              </p:cNvSpPr>
              <p:nvPr/>
            </p:nvSpPr>
            <p:spPr bwMode="auto">
              <a:xfrm>
                <a:off x="1644" y="38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61" name="Rectangle 51"/>
              <p:cNvSpPr>
                <a:spLocks noChangeArrowheads="1"/>
              </p:cNvSpPr>
              <p:nvPr/>
            </p:nvSpPr>
            <p:spPr bwMode="auto">
              <a:xfrm>
                <a:off x="2940" y="38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sp>
            <p:nvSpPr>
              <p:cNvPr id="172062" name="Rectangle 52"/>
              <p:cNvSpPr>
                <a:spLocks noChangeArrowheads="1"/>
              </p:cNvSpPr>
              <p:nvPr/>
            </p:nvSpPr>
            <p:spPr bwMode="auto">
              <a:xfrm>
                <a:off x="4236" y="3828"/>
                <a:ext cx="1296" cy="456"/>
              </a:xfrm>
              <a:prstGeom prst="rect">
                <a:avLst/>
              </a:prstGeom>
              <a:solidFill>
                <a:srgbClr val="FF5050"/>
              </a:solidFill>
              <a:ln w="12700">
                <a:solidFill>
                  <a:srgbClr val="FFFFCC"/>
                </a:solidFill>
                <a:miter lim="800000"/>
                <a:headEnd/>
                <a:tailEnd/>
              </a:ln>
            </p:spPr>
            <p:txBody>
              <a:bodyPr wrap="none" anchor="ctr"/>
              <a:lstStyle/>
              <a:p>
                <a:pPr eaLnBrk="0" hangingPunct="0"/>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AutoShape 54"/>
          <p:cNvSpPr>
            <a:spLocks noChangeArrowheads="1"/>
          </p:cNvSpPr>
          <p:nvPr/>
        </p:nvSpPr>
        <p:spPr bwMode="auto">
          <a:xfrm>
            <a:off x="804863" y="590550"/>
            <a:ext cx="1057275" cy="914400"/>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nvGrpSpPr>
          <p:cNvPr id="2" name="Group 65"/>
          <p:cNvGrpSpPr>
            <a:grpSpLocks/>
          </p:cNvGrpSpPr>
          <p:nvPr/>
        </p:nvGrpSpPr>
        <p:grpSpPr bwMode="auto">
          <a:xfrm>
            <a:off x="1909763" y="2590800"/>
            <a:ext cx="4733925" cy="914400"/>
            <a:chOff x="711" y="1632"/>
            <a:chExt cx="2982" cy="576"/>
          </a:xfrm>
        </p:grpSpPr>
        <p:grpSp>
          <p:nvGrpSpPr>
            <p:cNvPr id="3" name="Group 59"/>
            <p:cNvGrpSpPr>
              <a:grpSpLocks/>
            </p:cNvGrpSpPr>
            <p:nvPr/>
          </p:nvGrpSpPr>
          <p:grpSpPr bwMode="auto">
            <a:xfrm>
              <a:off x="711" y="1632"/>
              <a:ext cx="1656" cy="576"/>
              <a:chOff x="711" y="1632"/>
              <a:chExt cx="1656" cy="576"/>
            </a:xfrm>
          </p:grpSpPr>
          <p:sp>
            <p:nvSpPr>
              <p:cNvPr id="173119" name="AutoShape 55"/>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20" name="AutoShape 56"/>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21" name="AutoShape 57"/>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22" name="AutoShape 58"/>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nvGrpSpPr>
            <p:cNvPr id="4" name="Group 60"/>
            <p:cNvGrpSpPr>
              <a:grpSpLocks/>
            </p:cNvGrpSpPr>
            <p:nvPr/>
          </p:nvGrpSpPr>
          <p:grpSpPr bwMode="auto">
            <a:xfrm>
              <a:off x="2037" y="1632"/>
              <a:ext cx="1656" cy="576"/>
              <a:chOff x="711" y="1632"/>
              <a:chExt cx="1656" cy="576"/>
            </a:xfrm>
          </p:grpSpPr>
          <p:sp>
            <p:nvSpPr>
              <p:cNvPr id="173115" name="AutoShape 61"/>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16" name="AutoShape 62"/>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17" name="AutoShape 63"/>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18" name="AutoShape 64"/>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grpSp>
        <p:nvGrpSpPr>
          <p:cNvPr id="5" name="Group 66"/>
          <p:cNvGrpSpPr>
            <a:grpSpLocks/>
          </p:cNvGrpSpPr>
          <p:nvPr/>
        </p:nvGrpSpPr>
        <p:grpSpPr bwMode="auto">
          <a:xfrm>
            <a:off x="1385888" y="3505200"/>
            <a:ext cx="4733925" cy="914400"/>
            <a:chOff x="711" y="1632"/>
            <a:chExt cx="2982" cy="576"/>
          </a:xfrm>
        </p:grpSpPr>
        <p:grpSp>
          <p:nvGrpSpPr>
            <p:cNvPr id="6" name="Group 67"/>
            <p:cNvGrpSpPr>
              <a:grpSpLocks/>
            </p:cNvGrpSpPr>
            <p:nvPr/>
          </p:nvGrpSpPr>
          <p:grpSpPr bwMode="auto">
            <a:xfrm>
              <a:off x="711" y="1632"/>
              <a:ext cx="1656" cy="576"/>
              <a:chOff x="711" y="1632"/>
              <a:chExt cx="1656" cy="576"/>
            </a:xfrm>
          </p:grpSpPr>
          <p:sp>
            <p:nvSpPr>
              <p:cNvPr id="173109" name="AutoShape 68"/>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10" name="AutoShape 69"/>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11" name="AutoShape 70"/>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12" name="AutoShape 71"/>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nvGrpSpPr>
            <p:cNvPr id="7" name="Group 72"/>
            <p:cNvGrpSpPr>
              <a:grpSpLocks/>
            </p:cNvGrpSpPr>
            <p:nvPr/>
          </p:nvGrpSpPr>
          <p:grpSpPr bwMode="auto">
            <a:xfrm>
              <a:off x="2037" y="1632"/>
              <a:ext cx="1656" cy="576"/>
              <a:chOff x="711" y="1632"/>
              <a:chExt cx="1656" cy="576"/>
            </a:xfrm>
          </p:grpSpPr>
          <p:sp>
            <p:nvSpPr>
              <p:cNvPr id="173105" name="AutoShape 73"/>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06" name="AutoShape 74"/>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07" name="AutoShape 75"/>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08" name="AutoShape 76"/>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grpSp>
        <p:nvGrpSpPr>
          <p:cNvPr id="8" name="Group 77"/>
          <p:cNvGrpSpPr>
            <a:grpSpLocks/>
          </p:cNvGrpSpPr>
          <p:nvPr/>
        </p:nvGrpSpPr>
        <p:grpSpPr bwMode="auto">
          <a:xfrm>
            <a:off x="852488" y="4419600"/>
            <a:ext cx="4733925" cy="914400"/>
            <a:chOff x="711" y="1632"/>
            <a:chExt cx="2982" cy="576"/>
          </a:xfrm>
        </p:grpSpPr>
        <p:grpSp>
          <p:nvGrpSpPr>
            <p:cNvPr id="9" name="Group 78"/>
            <p:cNvGrpSpPr>
              <a:grpSpLocks/>
            </p:cNvGrpSpPr>
            <p:nvPr/>
          </p:nvGrpSpPr>
          <p:grpSpPr bwMode="auto">
            <a:xfrm>
              <a:off x="711" y="1632"/>
              <a:ext cx="1656" cy="576"/>
              <a:chOff x="711" y="1632"/>
              <a:chExt cx="1656" cy="576"/>
            </a:xfrm>
          </p:grpSpPr>
          <p:sp>
            <p:nvSpPr>
              <p:cNvPr id="173099" name="AutoShape 79"/>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00" name="AutoShape 80"/>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01" name="AutoShape 81"/>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102" name="AutoShape 82"/>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nvGrpSpPr>
            <p:cNvPr id="10" name="Group 83"/>
            <p:cNvGrpSpPr>
              <a:grpSpLocks/>
            </p:cNvGrpSpPr>
            <p:nvPr/>
          </p:nvGrpSpPr>
          <p:grpSpPr bwMode="auto">
            <a:xfrm>
              <a:off x="2037" y="1632"/>
              <a:ext cx="1656" cy="576"/>
              <a:chOff x="711" y="1632"/>
              <a:chExt cx="1656" cy="576"/>
            </a:xfrm>
          </p:grpSpPr>
          <p:sp>
            <p:nvSpPr>
              <p:cNvPr id="173095" name="AutoShape 84"/>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96" name="AutoShape 85"/>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97" name="AutoShape 86"/>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98" name="AutoShape 87"/>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grpSp>
        <p:nvGrpSpPr>
          <p:cNvPr id="11" name="Group 88"/>
          <p:cNvGrpSpPr>
            <a:grpSpLocks/>
          </p:cNvGrpSpPr>
          <p:nvPr/>
        </p:nvGrpSpPr>
        <p:grpSpPr bwMode="auto">
          <a:xfrm>
            <a:off x="328613" y="5334000"/>
            <a:ext cx="4733925" cy="914400"/>
            <a:chOff x="711" y="1632"/>
            <a:chExt cx="2982" cy="576"/>
          </a:xfrm>
        </p:grpSpPr>
        <p:grpSp>
          <p:nvGrpSpPr>
            <p:cNvPr id="12" name="Group 89"/>
            <p:cNvGrpSpPr>
              <a:grpSpLocks/>
            </p:cNvGrpSpPr>
            <p:nvPr/>
          </p:nvGrpSpPr>
          <p:grpSpPr bwMode="auto">
            <a:xfrm>
              <a:off x="711" y="1632"/>
              <a:ext cx="1656" cy="576"/>
              <a:chOff x="711" y="1632"/>
              <a:chExt cx="1656" cy="576"/>
            </a:xfrm>
          </p:grpSpPr>
          <p:sp>
            <p:nvSpPr>
              <p:cNvPr id="173089" name="AutoShape 90"/>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90" name="AutoShape 91"/>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91" name="AutoShape 92"/>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92" name="AutoShape 93"/>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nvGrpSpPr>
            <p:cNvPr id="13" name="Group 94"/>
            <p:cNvGrpSpPr>
              <a:grpSpLocks/>
            </p:cNvGrpSpPr>
            <p:nvPr/>
          </p:nvGrpSpPr>
          <p:grpSpPr bwMode="auto">
            <a:xfrm>
              <a:off x="2037" y="1632"/>
              <a:ext cx="1656" cy="576"/>
              <a:chOff x="711" y="1632"/>
              <a:chExt cx="1656" cy="576"/>
            </a:xfrm>
          </p:grpSpPr>
          <p:sp>
            <p:nvSpPr>
              <p:cNvPr id="173085" name="AutoShape 95"/>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86" name="AutoShape 96"/>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87" name="AutoShape 97"/>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88" name="AutoShape 98"/>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grpSp>
        <p:nvGrpSpPr>
          <p:cNvPr id="14" name="Group 100"/>
          <p:cNvGrpSpPr>
            <a:grpSpLocks/>
          </p:cNvGrpSpPr>
          <p:nvPr/>
        </p:nvGrpSpPr>
        <p:grpSpPr bwMode="auto">
          <a:xfrm>
            <a:off x="6100763" y="2590800"/>
            <a:ext cx="2628900" cy="914400"/>
            <a:chOff x="711" y="1632"/>
            <a:chExt cx="1656" cy="576"/>
          </a:xfrm>
        </p:grpSpPr>
        <p:sp>
          <p:nvSpPr>
            <p:cNvPr id="173079" name="AutoShape 101"/>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80" name="AutoShape 102"/>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81" name="AutoShape 103"/>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82" name="AutoShape 104"/>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nvGrpSpPr>
          <p:cNvPr id="15" name="Group 111"/>
          <p:cNvGrpSpPr>
            <a:grpSpLocks/>
          </p:cNvGrpSpPr>
          <p:nvPr/>
        </p:nvGrpSpPr>
        <p:grpSpPr bwMode="auto">
          <a:xfrm>
            <a:off x="5576888" y="3505200"/>
            <a:ext cx="2628900" cy="914400"/>
            <a:chOff x="711" y="1632"/>
            <a:chExt cx="1656" cy="576"/>
          </a:xfrm>
        </p:grpSpPr>
        <p:sp>
          <p:nvSpPr>
            <p:cNvPr id="173075" name="AutoShape 112"/>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76" name="AutoShape 113"/>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77" name="AutoShape 114"/>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78" name="AutoShape 115"/>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grpSp>
        <p:nvGrpSpPr>
          <p:cNvPr id="16" name="Group 122"/>
          <p:cNvGrpSpPr>
            <a:grpSpLocks/>
          </p:cNvGrpSpPr>
          <p:nvPr/>
        </p:nvGrpSpPr>
        <p:grpSpPr bwMode="auto">
          <a:xfrm>
            <a:off x="5043488" y="4419600"/>
            <a:ext cx="2628900" cy="914400"/>
            <a:chOff x="711" y="1632"/>
            <a:chExt cx="1656" cy="576"/>
          </a:xfrm>
        </p:grpSpPr>
        <p:sp>
          <p:nvSpPr>
            <p:cNvPr id="173071" name="AutoShape 123"/>
            <p:cNvSpPr>
              <a:spLocks noChangeArrowheads="1"/>
            </p:cNvSpPr>
            <p:nvPr/>
          </p:nvSpPr>
          <p:spPr bwMode="auto">
            <a:xfrm>
              <a:off x="71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72" name="AutoShape 124"/>
            <p:cNvSpPr>
              <a:spLocks noChangeArrowheads="1"/>
            </p:cNvSpPr>
            <p:nvPr/>
          </p:nvSpPr>
          <p:spPr bwMode="auto">
            <a:xfrm flipH="1" flipV="1">
              <a:off x="104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73" name="AutoShape 125"/>
            <p:cNvSpPr>
              <a:spLocks noChangeArrowheads="1"/>
            </p:cNvSpPr>
            <p:nvPr/>
          </p:nvSpPr>
          <p:spPr bwMode="auto">
            <a:xfrm>
              <a:off x="137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173074" name="AutoShape 126"/>
            <p:cNvSpPr>
              <a:spLocks noChangeArrowheads="1"/>
            </p:cNvSpPr>
            <p:nvPr/>
          </p:nvSpPr>
          <p:spPr bwMode="auto">
            <a:xfrm flipH="1" flipV="1">
              <a:off x="1701" y="1632"/>
              <a:ext cx="666" cy="576"/>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grpSp>
      <p:sp>
        <p:nvSpPr>
          <p:cNvPr id="234630" name="AutoShape 134"/>
          <p:cNvSpPr>
            <a:spLocks noChangeArrowheads="1"/>
          </p:cNvSpPr>
          <p:nvPr/>
        </p:nvSpPr>
        <p:spPr bwMode="auto">
          <a:xfrm>
            <a:off x="4519613" y="5334000"/>
            <a:ext cx="1057275" cy="914400"/>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234631" name="AutoShape 135"/>
          <p:cNvSpPr>
            <a:spLocks noChangeArrowheads="1"/>
          </p:cNvSpPr>
          <p:nvPr/>
        </p:nvSpPr>
        <p:spPr bwMode="auto">
          <a:xfrm flipH="1" flipV="1">
            <a:off x="5043488" y="5334000"/>
            <a:ext cx="1057275" cy="914400"/>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234632" name="AutoShape 136"/>
          <p:cNvSpPr>
            <a:spLocks noChangeArrowheads="1"/>
          </p:cNvSpPr>
          <p:nvPr/>
        </p:nvSpPr>
        <p:spPr bwMode="auto">
          <a:xfrm>
            <a:off x="5567363" y="5334000"/>
            <a:ext cx="1057275" cy="914400"/>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
        <p:nvSpPr>
          <p:cNvPr id="234633" name="AutoShape 137"/>
          <p:cNvSpPr>
            <a:spLocks noChangeArrowheads="1"/>
          </p:cNvSpPr>
          <p:nvPr/>
        </p:nvSpPr>
        <p:spPr bwMode="auto">
          <a:xfrm flipH="1" flipV="1">
            <a:off x="6091238" y="5334000"/>
            <a:ext cx="1057275" cy="914400"/>
          </a:xfrm>
          <a:prstGeom prst="triangle">
            <a:avLst>
              <a:gd name="adj" fmla="val 50000"/>
            </a:avLst>
          </a:prstGeom>
          <a:solidFill>
            <a:schemeClr val="accent2"/>
          </a:solidFill>
          <a:ln w="12700">
            <a:solidFill>
              <a:srgbClr val="FFFFCC"/>
            </a:solidFill>
            <a:miter lim="800000"/>
            <a:headEnd/>
            <a:tailEnd/>
          </a:ln>
        </p:spPr>
        <p:txBody>
          <a:bodyPr wrap="none" anchor="ctr"/>
          <a:lstStyle/>
          <a:p>
            <a:pPr eaLnBrk="0" hangingPunct="0"/>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46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46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46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46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630" grpId="0" animBg="1"/>
      <p:bldP spid="234631" grpId="0" animBg="1"/>
      <p:bldP spid="234632" grpId="0" animBg="1"/>
      <p:bldP spid="23463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AutoShape 66"/>
          <p:cNvSpPr>
            <a:spLocks noChangeArrowheads="1"/>
          </p:cNvSpPr>
          <p:nvPr/>
        </p:nvSpPr>
        <p:spPr bwMode="auto">
          <a:xfrm>
            <a:off x="1071563" y="68580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235587" name="AutoShape 67"/>
          <p:cNvSpPr>
            <a:spLocks noChangeArrowheads="1"/>
          </p:cNvSpPr>
          <p:nvPr/>
        </p:nvSpPr>
        <p:spPr bwMode="auto">
          <a:xfrm>
            <a:off x="1528763" y="234315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nvGrpSpPr>
          <p:cNvPr id="2" name="Group 71"/>
          <p:cNvGrpSpPr>
            <a:grpSpLocks/>
          </p:cNvGrpSpPr>
          <p:nvPr/>
        </p:nvGrpSpPr>
        <p:grpSpPr bwMode="auto">
          <a:xfrm>
            <a:off x="2309813" y="1885950"/>
            <a:ext cx="1838325" cy="1828800"/>
            <a:chOff x="1455" y="1368"/>
            <a:chExt cx="1158" cy="1152"/>
          </a:xfrm>
        </p:grpSpPr>
        <p:sp>
          <p:nvSpPr>
            <p:cNvPr id="174126" name="AutoShape 68"/>
            <p:cNvSpPr>
              <a:spLocks noChangeArrowheads="1"/>
            </p:cNvSpPr>
            <p:nvPr/>
          </p:nvSpPr>
          <p:spPr bwMode="auto">
            <a:xfrm>
              <a:off x="1455" y="1368"/>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27" name="AutoShape 69"/>
            <p:cNvSpPr>
              <a:spLocks noChangeArrowheads="1"/>
            </p:cNvSpPr>
            <p:nvPr/>
          </p:nvSpPr>
          <p:spPr bwMode="auto">
            <a:xfrm>
              <a:off x="1455" y="19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28" name="AutoShape 70"/>
            <p:cNvSpPr>
              <a:spLocks noChangeArrowheads="1"/>
            </p:cNvSpPr>
            <p:nvPr/>
          </p:nvSpPr>
          <p:spPr bwMode="auto">
            <a:xfrm>
              <a:off x="1947" y="16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grpSp>
        <p:nvGrpSpPr>
          <p:cNvPr id="3" name="Group 72"/>
          <p:cNvGrpSpPr>
            <a:grpSpLocks/>
          </p:cNvGrpSpPr>
          <p:nvPr/>
        </p:nvGrpSpPr>
        <p:grpSpPr bwMode="auto">
          <a:xfrm>
            <a:off x="3890963" y="1866900"/>
            <a:ext cx="1838325" cy="1828800"/>
            <a:chOff x="1455" y="1368"/>
            <a:chExt cx="1158" cy="1152"/>
          </a:xfrm>
        </p:grpSpPr>
        <p:sp>
          <p:nvSpPr>
            <p:cNvPr id="174123" name="AutoShape 73"/>
            <p:cNvSpPr>
              <a:spLocks noChangeArrowheads="1"/>
            </p:cNvSpPr>
            <p:nvPr/>
          </p:nvSpPr>
          <p:spPr bwMode="auto">
            <a:xfrm>
              <a:off x="1455" y="1368"/>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24" name="AutoShape 74"/>
            <p:cNvSpPr>
              <a:spLocks noChangeArrowheads="1"/>
            </p:cNvSpPr>
            <p:nvPr/>
          </p:nvSpPr>
          <p:spPr bwMode="auto">
            <a:xfrm>
              <a:off x="1455" y="19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25" name="AutoShape 75"/>
            <p:cNvSpPr>
              <a:spLocks noChangeArrowheads="1"/>
            </p:cNvSpPr>
            <p:nvPr/>
          </p:nvSpPr>
          <p:spPr bwMode="auto">
            <a:xfrm>
              <a:off x="1947" y="16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grpSp>
        <p:nvGrpSpPr>
          <p:cNvPr id="4" name="Group 76"/>
          <p:cNvGrpSpPr>
            <a:grpSpLocks/>
          </p:cNvGrpSpPr>
          <p:nvPr/>
        </p:nvGrpSpPr>
        <p:grpSpPr bwMode="auto">
          <a:xfrm>
            <a:off x="5472113" y="1847850"/>
            <a:ext cx="1838325" cy="1828800"/>
            <a:chOff x="1455" y="1368"/>
            <a:chExt cx="1158" cy="1152"/>
          </a:xfrm>
        </p:grpSpPr>
        <p:sp>
          <p:nvSpPr>
            <p:cNvPr id="174120" name="AutoShape 77"/>
            <p:cNvSpPr>
              <a:spLocks noChangeArrowheads="1"/>
            </p:cNvSpPr>
            <p:nvPr/>
          </p:nvSpPr>
          <p:spPr bwMode="auto">
            <a:xfrm>
              <a:off x="1455" y="1368"/>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21" name="AutoShape 78"/>
            <p:cNvSpPr>
              <a:spLocks noChangeArrowheads="1"/>
            </p:cNvSpPr>
            <p:nvPr/>
          </p:nvSpPr>
          <p:spPr bwMode="auto">
            <a:xfrm>
              <a:off x="1455" y="19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22" name="AutoShape 79"/>
            <p:cNvSpPr>
              <a:spLocks noChangeArrowheads="1"/>
            </p:cNvSpPr>
            <p:nvPr/>
          </p:nvSpPr>
          <p:spPr bwMode="auto">
            <a:xfrm>
              <a:off x="1947" y="16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sp>
        <p:nvSpPr>
          <p:cNvPr id="235601" name="AutoShape 81"/>
          <p:cNvSpPr>
            <a:spLocks noChangeArrowheads="1"/>
          </p:cNvSpPr>
          <p:nvPr/>
        </p:nvSpPr>
        <p:spPr bwMode="auto">
          <a:xfrm>
            <a:off x="7053263" y="182880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235602" name="AutoShape 82"/>
          <p:cNvSpPr>
            <a:spLocks noChangeArrowheads="1"/>
          </p:cNvSpPr>
          <p:nvPr/>
        </p:nvSpPr>
        <p:spPr bwMode="auto">
          <a:xfrm>
            <a:off x="7053263" y="274320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nvGrpSpPr>
          <p:cNvPr id="5" name="Group 85"/>
          <p:cNvGrpSpPr>
            <a:grpSpLocks/>
          </p:cNvGrpSpPr>
          <p:nvPr/>
        </p:nvGrpSpPr>
        <p:grpSpPr bwMode="auto">
          <a:xfrm>
            <a:off x="1528763" y="3257550"/>
            <a:ext cx="1838325" cy="1828800"/>
            <a:chOff x="1455" y="1368"/>
            <a:chExt cx="1158" cy="1152"/>
          </a:xfrm>
        </p:grpSpPr>
        <p:sp>
          <p:nvSpPr>
            <p:cNvPr id="174117" name="AutoShape 86"/>
            <p:cNvSpPr>
              <a:spLocks noChangeArrowheads="1"/>
            </p:cNvSpPr>
            <p:nvPr/>
          </p:nvSpPr>
          <p:spPr bwMode="auto">
            <a:xfrm>
              <a:off x="1455" y="1368"/>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18" name="AutoShape 87"/>
            <p:cNvSpPr>
              <a:spLocks noChangeArrowheads="1"/>
            </p:cNvSpPr>
            <p:nvPr/>
          </p:nvSpPr>
          <p:spPr bwMode="auto">
            <a:xfrm>
              <a:off x="1455" y="19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19" name="AutoShape 88"/>
            <p:cNvSpPr>
              <a:spLocks noChangeArrowheads="1"/>
            </p:cNvSpPr>
            <p:nvPr/>
          </p:nvSpPr>
          <p:spPr bwMode="auto">
            <a:xfrm>
              <a:off x="1947" y="16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grpSp>
        <p:nvGrpSpPr>
          <p:cNvPr id="6" name="Group 89"/>
          <p:cNvGrpSpPr>
            <a:grpSpLocks/>
          </p:cNvGrpSpPr>
          <p:nvPr/>
        </p:nvGrpSpPr>
        <p:grpSpPr bwMode="auto">
          <a:xfrm>
            <a:off x="3109913" y="3238500"/>
            <a:ext cx="1838325" cy="1828800"/>
            <a:chOff x="1455" y="1368"/>
            <a:chExt cx="1158" cy="1152"/>
          </a:xfrm>
        </p:grpSpPr>
        <p:sp>
          <p:nvSpPr>
            <p:cNvPr id="174114" name="AutoShape 90"/>
            <p:cNvSpPr>
              <a:spLocks noChangeArrowheads="1"/>
            </p:cNvSpPr>
            <p:nvPr/>
          </p:nvSpPr>
          <p:spPr bwMode="auto">
            <a:xfrm>
              <a:off x="1455" y="1368"/>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15" name="AutoShape 91"/>
            <p:cNvSpPr>
              <a:spLocks noChangeArrowheads="1"/>
            </p:cNvSpPr>
            <p:nvPr/>
          </p:nvSpPr>
          <p:spPr bwMode="auto">
            <a:xfrm>
              <a:off x="1455" y="19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16" name="AutoShape 92"/>
            <p:cNvSpPr>
              <a:spLocks noChangeArrowheads="1"/>
            </p:cNvSpPr>
            <p:nvPr/>
          </p:nvSpPr>
          <p:spPr bwMode="auto">
            <a:xfrm>
              <a:off x="1947" y="16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grpSp>
        <p:nvGrpSpPr>
          <p:cNvPr id="7" name="Group 93"/>
          <p:cNvGrpSpPr>
            <a:grpSpLocks/>
          </p:cNvGrpSpPr>
          <p:nvPr/>
        </p:nvGrpSpPr>
        <p:grpSpPr bwMode="auto">
          <a:xfrm>
            <a:off x="4691063" y="3219450"/>
            <a:ext cx="1838325" cy="1828800"/>
            <a:chOff x="1455" y="1368"/>
            <a:chExt cx="1158" cy="1152"/>
          </a:xfrm>
        </p:grpSpPr>
        <p:sp>
          <p:nvSpPr>
            <p:cNvPr id="174111" name="AutoShape 94"/>
            <p:cNvSpPr>
              <a:spLocks noChangeArrowheads="1"/>
            </p:cNvSpPr>
            <p:nvPr/>
          </p:nvSpPr>
          <p:spPr bwMode="auto">
            <a:xfrm>
              <a:off x="1455" y="1368"/>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12" name="AutoShape 95"/>
            <p:cNvSpPr>
              <a:spLocks noChangeArrowheads="1"/>
            </p:cNvSpPr>
            <p:nvPr/>
          </p:nvSpPr>
          <p:spPr bwMode="auto">
            <a:xfrm>
              <a:off x="1455" y="19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13" name="AutoShape 96"/>
            <p:cNvSpPr>
              <a:spLocks noChangeArrowheads="1"/>
            </p:cNvSpPr>
            <p:nvPr/>
          </p:nvSpPr>
          <p:spPr bwMode="auto">
            <a:xfrm>
              <a:off x="1947" y="16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sp>
        <p:nvSpPr>
          <p:cNvPr id="235617" name="AutoShape 97"/>
          <p:cNvSpPr>
            <a:spLocks noChangeArrowheads="1"/>
          </p:cNvSpPr>
          <p:nvPr/>
        </p:nvSpPr>
        <p:spPr bwMode="auto">
          <a:xfrm>
            <a:off x="6272213" y="320040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235618" name="AutoShape 98"/>
          <p:cNvSpPr>
            <a:spLocks noChangeArrowheads="1"/>
          </p:cNvSpPr>
          <p:nvPr/>
        </p:nvSpPr>
        <p:spPr bwMode="auto">
          <a:xfrm>
            <a:off x="6272213" y="411480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235619" name="AutoShape 99"/>
          <p:cNvSpPr>
            <a:spLocks noChangeArrowheads="1"/>
          </p:cNvSpPr>
          <p:nvPr/>
        </p:nvSpPr>
        <p:spPr bwMode="auto">
          <a:xfrm>
            <a:off x="1547813" y="506730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nvGrpSpPr>
          <p:cNvPr id="8" name="Group 100"/>
          <p:cNvGrpSpPr>
            <a:grpSpLocks/>
          </p:cNvGrpSpPr>
          <p:nvPr/>
        </p:nvGrpSpPr>
        <p:grpSpPr bwMode="auto">
          <a:xfrm>
            <a:off x="2328863" y="4610100"/>
            <a:ext cx="1838325" cy="1828800"/>
            <a:chOff x="1455" y="1368"/>
            <a:chExt cx="1158" cy="1152"/>
          </a:xfrm>
        </p:grpSpPr>
        <p:sp>
          <p:nvSpPr>
            <p:cNvPr id="174108" name="AutoShape 101"/>
            <p:cNvSpPr>
              <a:spLocks noChangeArrowheads="1"/>
            </p:cNvSpPr>
            <p:nvPr/>
          </p:nvSpPr>
          <p:spPr bwMode="auto">
            <a:xfrm>
              <a:off x="1455" y="1368"/>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09" name="AutoShape 102"/>
            <p:cNvSpPr>
              <a:spLocks noChangeArrowheads="1"/>
            </p:cNvSpPr>
            <p:nvPr/>
          </p:nvSpPr>
          <p:spPr bwMode="auto">
            <a:xfrm>
              <a:off x="1455" y="19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10" name="AutoShape 103"/>
            <p:cNvSpPr>
              <a:spLocks noChangeArrowheads="1"/>
            </p:cNvSpPr>
            <p:nvPr/>
          </p:nvSpPr>
          <p:spPr bwMode="auto">
            <a:xfrm>
              <a:off x="1947" y="16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grpSp>
        <p:nvGrpSpPr>
          <p:cNvPr id="9" name="Group 104"/>
          <p:cNvGrpSpPr>
            <a:grpSpLocks/>
          </p:cNvGrpSpPr>
          <p:nvPr/>
        </p:nvGrpSpPr>
        <p:grpSpPr bwMode="auto">
          <a:xfrm>
            <a:off x="3910013" y="4591050"/>
            <a:ext cx="1838325" cy="1828800"/>
            <a:chOff x="1455" y="1368"/>
            <a:chExt cx="1158" cy="1152"/>
          </a:xfrm>
        </p:grpSpPr>
        <p:sp>
          <p:nvSpPr>
            <p:cNvPr id="174105" name="AutoShape 105"/>
            <p:cNvSpPr>
              <a:spLocks noChangeArrowheads="1"/>
            </p:cNvSpPr>
            <p:nvPr/>
          </p:nvSpPr>
          <p:spPr bwMode="auto">
            <a:xfrm>
              <a:off x="1455" y="1368"/>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06" name="AutoShape 106"/>
            <p:cNvSpPr>
              <a:spLocks noChangeArrowheads="1"/>
            </p:cNvSpPr>
            <p:nvPr/>
          </p:nvSpPr>
          <p:spPr bwMode="auto">
            <a:xfrm>
              <a:off x="1455" y="19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07" name="AutoShape 107"/>
            <p:cNvSpPr>
              <a:spLocks noChangeArrowheads="1"/>
            </p:cNvSpPr>
            <p:nvPr/>
          </p:nvSpPr>
          <p:spPr bwMode="auto">
            <a:xfrm>
              <a:off x="1947" y="16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grpSp>
        <p:nvGrpSpPr>
          <p:cNvPr id="10" name="Group 108"/>
          <p:cNvGrpSpPr>
            <a:grpSpLocks/>
          </p:cNvGrpSpPr>
          <p:nvPr/>
        </p:nvGrpSpPr>
        <p:grpSpPr bwMode="auto">
          <a:xfrm>
            <a:off x="5491163" y="4572000"/>
            <a:ext cx="1838325" cy="1828800"/>
            <a:chOff x="1455" y="1368"/>
            <a:chExt cx="1158" cy="1152"/>
          </a:xfrm>
        </p:grpSpPr>
        <p:sp>
          <p:nvSpPr>
            <p:cNvPr id="174102" name="AutoShape 109"/>
            <p:cNvSpPr>
              <a:spLocks noChangeArrowheads="1"/>
            </p:cNvSpPr>
            <p:nvPr/>
          </p:nvSpPr>
          <p:spPr bwMode="auto">
            <a:xfrm>
              <a:off x="1455" y="1368"/>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03" name="AutoShape 110"/>
            <p:cNvSpPr>
              <a:spLocks noChangeArrowheads="1"/>
            </p:cNvSpPr>
            <p:nvPr/>
          </p:nvSpPr>
          <p:spPr bwMode="auto">
            <a:xfrm>
              <a:off x="1455" y="19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174104" name="AutoShape 111"/>
            <p:cNvSpPr>
              <a:spLocks noChangeArrowheads="1"/>
            </p:cNvSpPr>
            <p:nvPr/>
          </p:nvSpPr>
          <p:spPr bwMode="auto">
            <a:xfrm>
              <a:off x="1947" y="1644"/>
              <a:ext cx="666" cy="576"/>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grpSp>
      <p:sp>
        <p:nvSpPr>
          <p:cNvPr id="235632" name="AutoShape 112"/>
          <p:cNvSpPr>
            <a:spLocks noChangeArrowheads="1"/>
          </p:cNvSpPr>
          <p:nvPr/>
        </p:nvSpPr>
        <p:spPr bwMode="auto">
          <a:xfrm>
            <a:off x="7072313" y="455295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235633" name="AutoShape 113"/>
          <p:cNvSpPr>
            <a:spLocks noChangeArrowheads="1"/>
          </p:cNvSpPr>
          <p:nvPr/>
        </p:nvSpPr>
        <p:spPr bwMode="auto">
          <a:xfrm>
            <a:off x="7072313" y="546735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
        <p:nvSpPr>
          <p:cNvPr id="235634" name="AutoShape 114"/>
          <p:cNvSpPr>
            <a:spLocks noChangeArrowheads="1"/>
          </p:cNvSpPr>
          <p:nvPr/>
        </p:nvSpPr>
        <p:spPr bwMode="auto">
          <a:xfrm>
            <a:off x="7072313" y="3657600"/>
            <a:ext cx="1057275" cy="914400"/>
          </a:xfrm>
          <a:prstGeom prst="hexagon">
            <a:avLst>
              <a:gd name="adj" fmla="val 28906"/>
              <a:gd name="vf" fmla="val 115470"/>
            </a:avLst>
          </a:prstGeom>
          <a:solidFill>
            <a:srgbClr val="FF66FF"/>
          </a:solidFill>
          <a:ln w="12700">
            <a:solidFill>
              <a:srgbClr val="FFFFCC"/>
            </a:solidFill>
            <a:miter lim="800000"/>
            <a:headEnd/>
            <a:tailEnd/>
          </a:ln>
        </p:spPr>
        <p:txBody>
          <a:bodyPr wrap="none" anchor="ctr"/>
          <a:lstStyle/>
          <a:p>
            <a:pPr eaLnBrk="0" hangingPunct="0"/>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8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560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560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56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56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56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56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56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56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7" grpId="0" animBg="1"/>
      <p:bldP spid="235601" grpId="0" animBg="1"/>
      <p:bldP spid="235602" grpId="0" animBg="1"/>
      <p:bldP spid="235617" grpId="0" animBg="1"/>
      <p:bldP spid="235618" grpId="0" animBg="1"/>
      <p:bldP spid="235619" grpId="0" animBg="1"/>
      <p:bldP spid="235632" grpId="0" animBg="1"/>
      <p:bldP spid="235633" grpId="0" animBg="1"/>
      <p:bldP spid="23563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AutoShape 48"/>
          <p:cNvSpPr>
            <a:spLocks noChangeArrowheads="1"/>
          </p:cNvSpPr>
          <p:nvPr/>
        </p:nvSpPr>
        <p:spPr bwMode="auto">
          <a:xfrm>
            <a:off x="1038225" y="438150"/>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593" name="AutoShape 49"/>
          <p:cNvSpPr>
            <a:spLocks noChangeArrowheads="1"/>
          </p:cNvSpPr>
          <p:nvPr/>
        </p:nvSpPr>
        <p:spPr bwMode="auto">
          <a:xfrm>
            <a:off x="2428875" y="2195513"/>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594" name="AutoShape 50"/>
          <p:cNvSpPr>
            <a:spLocks noChangeArrowheads="1"/>
          </p:cNvSpPr>
          <p:nvPr/>
        </p:nvSpPr>
        <p:spPr bwMode="auto">
          <a:xfrm rot="2214188">
            <a:off x="3400425" y="2519363"/>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596" name="AutoShape 52"/>
          <p:cNvSpPr>
            <a:spLocks noChangeArrowheads="1"/>
          </p:cNvSpPr>
          <p:nvPr/>
        </p:nvSpPr>
        <p:spPr bwMode="auto">
          <a:xfrm flipV="1">
            <a:off x="3000375" y="3735388"/>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597" name="AutoShape 53"/>
          <p:cNvSpPr>
            <a:spLocks noChangeArrowheads="1"/>
          </p:cNvSpPr>
          <p:nvPr/>
        </p:nvSpPr>
        <p:spPr bwMode="auto">
          <a:xfrm flipV="1">
            <a:off x="4505325" y="2614613"/>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598" name="AutoShape 54"/>
          <p:cNvSpPr>
            <a:spLocks noChangeArrowheads="1"/>
          </p:cNvSpPr>
          <p:nvPr/>
        </p:nvSpPr>
        <p:spPr bwMode="auto">
          <a:xfrm>
            <a:off x="3933825" y="3309938"/>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599" name="AutoShape 55"/>
          <p:cNvSpPr>
            <a:spLocks noChangeArrowheads="1"/>
          </p:cNvSpPr>
          <p:nvPr/>
        </p:nvSpPr>
        <p:spPr bwMode="auto">
          <a:xfrm rot="-2190392">
            <a:off x="4840288" y="3636963"/>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00" name="AutoShape 56"/>
          <p:cNvSpPr>
            <a:spLocks noChangeArrowheads="1"/>
          </p:cNvSpPr>
          <p:nvPr/>
        </p:nvSpPr>
        <p:spPr bwMode="auto">
          <a:xfrm flipV="1">
            <a:off x="3929063" y="4419600"/>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01" name="AutoShape 57"/>
          <p:cNvSpPr>
            <a:spLocks noChangeArrowheads="1"/>
          </p:cNvSpPr>
          <p:nvPr/>
        </p:nvSpPr>
        <p:spPr bwMode="auto">
          <a:xfrm>
            <a:off x="4513263" y="5091113"/>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03" name="AutoShape 59"/>
          <p:cNvSpPr>
            <a:spLocks noChangeArrowheads="1"/>
          </p:cNvSpPr>
          <p:nvPr/>
        </p:nvSpPr>
        <p:spPr bwMode="auto">
          <a:xfrm>
            <a:off x="5813425" y="3313113"/>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04" name="AutoShape 60"/>
          <p:cNvSpPr>
            <a:spLocks noChangeArrowheads="1"/>
          </p:cNvSpPr>
          <p:nvPr/>
        </p:nvSpPr>
        <p:spPr bwMode="auto">
          <a:xfrm>
            <a:off x="4500563" y="1504950"/>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07" name="AutoShape 63"/>
          <p:cNvSpPr>
            <a:spLocks noChangeArrowheads="1"/>
          </p:cNvSpPr>
          <p:nvPr/>
        </p:nvSpPr>
        <p:spPr bwMode="auto">
          <a:xfrm flipV="1">
            <a:off x="5810250" y="4414838"/>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09" name="AutoShape 65"/>
          <p:cNvSpPr>
            <a:spLocks noChangeArrowheads="1"/>
          </p:cNvSpPr>
          <p:nvPr/>
        </p:nvSpPr>
        <p:spPr bwMode="auto">
          <a:xfrm rot="-2190392">
            <a:off x="5407025" y="5418138"/>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10" name="AutoShape 66"/>
          <p:cNvSpPr>
            <a:spLocks noChangeArrowheads="1"/>
          </p:cNvSpPr>
          <p:nvPr/>
        </p:nvSpPr>
        <p:spPr bwMode="auto">
          <a:xfrm>
            <a:off x="3359150" y="5103813"/>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11" name="AutoShape 67"/>
          <p:cNvSpPr>
            <a:spLocks noChangeArrowheads="1"/>
          </p:cNvSpPr>
          <p:nvPr/>
        </p:nvSpPr>
        <p:spPr bwMode="auto">
          <a:xfrm>
            <a:off x="2054225" y="3316288"/>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12" name="AutoShape 68"/>
          <p:cNvSpPr>
            <a:spLocks noChangeArrowheads="1"/>
          </p:cNvSpPr>
          <p:nvPr/>
        </p:nvSpPr>
        <p:spPr bwMode="auto">
          <a:xfrm flipV="1">
            <a:off x="2047875" y="4413250"/>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13" name="AutoShape 69"/>
          <p:cNvSpPr>
            <a:spLocks noChangeArrowheads="1"/>
          </p:cNvSpPr>
          <p:nvPr/>
        </p:nvSpPr>
        <p:spPr bwMode="auto">
          <a:xfrm>
            <a:off x="1473200" y="5102225"/>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14" name="AutoShape 70"/>
          <p:cNvSpPr>
            <a:spLocks noChangeArrowheads="1"/>
          </p:cNvSpPr>
          <p:nvPr/>
        </p:nvSpPr>
        <p:spPr bwMode="auto">
          <a:xfrm flipV="1">
            <a:off x="2413000" y="5516563"/>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15" name="AutoShape 71"/>
          <p:cNvSpPr>
            <a:spLocks noChangeArrowheads="1"/>
          </p:cNvSpPr>
          <p:nvPr/>
        </p:nvSpPr>
        <p:spPr bwMode="auto">
          <a:xfrm flipV="1">
            <a:off x="5440363" y="1909763"/>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16" name="AutoShape 72"/>
          <p:cNvSpPr>
            <a:spLocks noChangeArrowheads="1"/>
          </p:cNvSpPr>
          <p:nvPr/>
        </p:nvSpPr>
        <p:spPr bwMode="auto">
          <a:xfrm flipV="1">
            <a:off x="6748463" y="3724275"/>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17" name="AutoShape 73"/>
          <p:cNvSpPr>
            <a:spLocks noChangeArrowheads="1"/>
          </p:cNvSpPr>
          <p:nvPr/>
        </p:nvSpPr>
        <p:spPr bwMode="auto">
          <a:xfrm>
            <a:off x="6742113" y="2619375"/>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236618" name="AutoShape 74"/>
          <p:cNvSpPr>
            <a:spLocks noChangeArrowheads="1"/>
          </p:cNvSpPr>
          <p:nvPr/>
        </p:nvSpPr>
        <p:spPr bwMode="auto">
          <a:xfrm>
            <a:off x="6380163" y="1501775"/>
            <a:ext cx="1162050" cy="1104900"/>
          </a:xfrm>
          <a:prstGeom prst="pentagon">
            <a:avLst/>
          </a:prstGeom>
          <a:solidFill>
            <a:srgbClr val="FF6600"/>
          </a:solidFill>
          <a:ln w="12700">
            <a:solidFill>
              <a:srgbClr val="FFFFCC"/>
            </a:solidFill>
            <a:miter lim="800000"/>
            <a:headEnd/>
            <a:tailEnd/>
          </a:ln>
        </p:spPr>
        <p:txBody>
          <a:bodyPr wrap="none" anchor="ctr"/>
          <a:lstStyle/>
          <a:p>
            <a:pPr eaLnBrk="0" hangingPunct="0"/>
            <a:endParaRPr lang="en-US"/>
          </a:p>
        </p:txBody>
      </p:sp>
      <p:sp>
        <p:nvSpPr>
          <p:cNvPr id="176152" name="Text Box 75"/>
          <p:cNvSpPr txBox="1">
            <a:spLocks noChangeArrowheads="1"/>
          </p:cNvSpPr>
          <p:nvPr/>
        </p:nvSpPr>
        <p:spPr bwMode="auto">
          <a:xfrm>
            <a:off x="2384425" y="234950"/>
            <a:ext cx="787400" cy="1555750"/>
          </a:xfrm>
          <a:prstGeom prst="rect">
            <a:avLst/>
          </a:prstGeom>
          <a:noFill/>
          <a:ln w="12700">
            <a:noFill/>
            <a:miter lim="800000"/>
            <a:headEnd/>
            <a:tailEnd/>
          </a:ln>
        </p:spPr>
        <p:txBody>
          <a:bodyPr wrap="none">
            <a:spAutoFit/>
          </a:bodyPr>
          <a:lstStyle/>
          <a:p>
            <a:pPr eaLnBrk="0" hangingPunct="0"/>
            <a:r>
              <a:rPr lang="en-US" sz="9600">
                <a:solidFill>
                  <a:srgbClr val="FFFF99"/>
                </a:solidFill>
                <a:latin typeface="Showcard Gothic" pitchFamily="82" charset="0"/>
              </a:rPr>
              <a:t>?</a:t>
            </a:r>
          </a:p>
        </p:txBody>
      </p:sp>
      <p:grpSp>
        <p:nvGrpSpPr>
          <p:cNvPr id="2" name="Group 30"/>
          <p:cNvGrpSpPr/>
          <p:nvPr/>
        </p:nvGrpSpPr>
        <p:grpSpPr>
          <a:xfrm>
            <a:off x="3429000" y="3581400"/>
            <a:ext cx="5286375" cy="2828925"/>
            <a:chOff x="3429000" y="3581400"/>
            <a:chExt cx="5286375" cy="2828925"/>
          </a:xfrm>
        </p:grpSpPr>
        <p:sp>
          <p:nvSpPr>
            <p:cNvPr id="26" name="AutoShape 15"/>
            <p:cNvSpPr>
              <a:spLocks/>
            </p:cNvSpPr>
            <p:nvPr/>
          </p:nvSpPr>
          <p:spPr bwMode="auto">
            <a:xfrm>
              <a:off x="6629400" y="5562600"/>
              <a:ext cx="2085975" cy="847725"/>
            </a:xfrm>
            <a:prstGeom prst="borderCallout1">
              <a:avLst>
                <a:gd name="adj1" fmla="val -1449"/>
                <a:gd name="adj2" fmla="val 56236"/>
                <a:gd name="adj3" fmla="val -286475"/>
                <a:gd name="adj4" fmla="val -18084"/>
              </a:avLst>
            </a:prstGeom>
            <a:noFill/>
            <a:ln w="25400">
              <a:solidFill>
                <a:schemeClr val="tx1"/>
              </a:solidFill>
              <a:miter lim="800000"/>
              <a:headEnd/>
              <a:tailEnd type="stealth" w="lg" len="lg"/>
            </a:ln>
            <a:extLst>
              <a:ext uri="{909E8E84-426E-40DD-AFC4-6F175D3DCCD1}">
                <a14:hiddenFill xmlns="" xmlns:a14="http://schemas.microsoft.com/office/drawing/2010/main">
                  <a:solidFill>
                    <a:srgbClr val="FFFFFF"/>
                  </a:solidFill>
                </a14:hiddenFill>
              </a:ext>
            </a:extLst>
          </p:spPr>
          <p:txBody>
            <a:bodyPr>
              <a:spAutoFit/>
            </a:bodyPr>
            <a:lstStyle/>
            <a:p>
              <a:pPr eaLnBrk="0" hangingPunct="0"/>
              <a:r>
                <a:rPr lang="en-GB" sz="2400"/>
                <a:t>Empty space is not allowed</a:t>
              </a:r>
            </a:p>
          </p:txBody>
        </p:sp>
        <p:cxnSp>
          <p:nvCxnSpPr>
            <p:cNvPr id="28" name="Straight Arrow Connector 27"/>
            <p:cNvCxnSpPr>
              <a:stCxn id="26" idx="3"/>
            </p:cNvCxnSpPr>
            <p:nvPr/>
          </p:nvCxnSpPr>
          <p:spPr>
            <a:xfrm rot="16200000" flipV="1">
              <a:off x="6426994" y="4317206"/>
              <a:ext cx="381000" cy="21097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0800000">
              <a:off x="3429000" y="3581400"/>
              <a:ext cx="4243388" cy="1905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65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65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659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659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659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659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660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660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66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66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660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660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66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66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66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66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66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66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66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66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66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93" grpId="0" animBg="1"/>
      <p:bldP spid="236594" grpId="0" animBg="1"/>
      <p:bldP spid="236596" grpId="0" animBg="1"/>
      <p:bldP spid="236597" grpId="0" animBg="1"/>
      <p:bldP spid="236598" grpId="0" animBg="1"/>
      <p:bldP spid="236599" grpId="0" animBg="1"/>
      <p:bldP spid="236600" grpId="0" animBg="1"/>
      <p:bldP spid="236601" grpId="0" animBg="1"/>
      <p:bldP spid="236603" grpId="0" animBg="1"/>
      <p:bldP spid="236604" grpId="0" animBg="1"/>
      <p:bldP spid="236607" grpId="0" animBg="1"/>
      <p:bldP spid="236609" grpId="0" animBg="1"/>
      <p:bldP spid="236610" grpId="0" animBg="1"/>
      <p:bldP spid="236611" grpId="0" animBg="1"/>
      <p:bldP spid="236612" grpId="0" animBg="1"/>
      <p:bldP spid="236613" grpId="0" animBg="1"/>
      <p:bldP spid="236614" grpId="0" animBg="1"/>
      <p:bldP spid="236615" grpId="0" animBg="1"/>
      <p:bldP spid="236616" grpId="0" animBg="1"/>
      <p:bldP spid="236617" grpId="0" animBg="1"/>
      <p:bldP spid="2366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Freeform 24"/>
          <p:cNvSpPr>
            <a:spLocks/>
          </p:cNvSpPr>
          <p:nvPr/>
        </p:nvSpPr>
        <p:spPr bwMode="auto">
          <a:xfrm>
            <a:off x="952500" y="400050"/>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17" name="Freeform 25"/>
          <p:cNvSpPr>
            <a:spLocks/>
          </p:cNvSpPr>
          <p:nvPr/>
        </p:nvSpPr>
        <p:spPr bwMode="auto">
          <a:xfrm>
            <a:off x="2849563" y="2114550"/>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18" name="Freeform 26"/>
          <p:cNvSpPr>
            <a:spLocks/>
          </p:cNvSpPr>
          <p:nvPr/>
        </p:nvSpPr>
        <p:spPr bwMode="auto">
          <a:xfrm flipV="1">
            <a:off x="2855913" y="3209925"/>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19" name="Freeform 27"/>
          <p:cNvSpPr>
            <a:spLocks/>
          </p:cNvSpPr>
          <p:nvPr/>
        </p:nvSpPr>
        <p:spPr bwMode="auto">
          <a:xfrm rot="1623305">
            <a:off x="3886200" y="1885950"/>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20" name="Freeform 28"/>
          <p:cNvSpPr>
            <a:spLocks/>
          </p:cNvSpPr>
          <p:nvPr/>
        </p:nvSpPr>
        <p:spPr bwMode="auto">
          <a:xfrm>
            <a:off x="3886200" y="3384550"/>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21" name="Freeform 29"/>
          <p:cNvSpPr>
            <a:spLocks/>
          </p:cNvSpPr>
          <p:nvPr/>
        </p:nvSpPr>
        <p:spPr bwMode="auto">
          <a:xfrm rot="1623305">
            <a:off x="4924425" y="3141663"/>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22" name="Freeform 30"/>
          <p:cNvSpPr>
            <a:spLocks/>
          </p:cNvSpPr>
          <p:nvPr/>
        </p:nvSpPr>
        <p:spPr bwMode="auto">
          <a:xfrm>
            <a:off x="4889500" y="2120900"/>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23" name="Freeform 31"/>
          <p:cNvSpPr>
            <a:spLocks/>
          </p:cNvSpPr>
          <p:nvPr/>
        </p:nvSpPr>
        <p:spPr bwMode="auto">
          <a:xfrm>
            <a:off x="5927725" y="3392488"/>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24" name="Freeform 32"/>
          <p:cNvSpPr>
            <a:spLocks/>
          </p:cNvSpPr>
          <p:nvPr/>
        </p:nvSpPr>
        <p:spPr bwMode="auto">
          <a:xfrm flipV="1">
            <a:off x="3879850" y="4479925"/>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26" name="Freeform 34"/>
          <p:cNvSpPr>
            <a:spLocks/>
          </p:cNvSpPr>
          <p:nvPr/>
        </p:nvSpPr>
        <p:spPr bwMode="auto">
          <a:xfrm flipV="1">
            <a:off x="5940425" y="4494213"/>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27" name="Freeform 35"/>
          <p:cNvSpPr>
            <a:spLocks/>
          </p:cNvSpPr>
          <p:nvPr/>
        </p:nvSpPr>
        <p:spPr bwMode="auto">
          <a:xfrm>
            <a:off x="4337050" y="5329238"/>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28" name="Freeform 36"/>
          <p:cNvSpPr>
            <a:spLocks/>
          </p:cNvSpPr>
          <p:nvPr/>
        </p:nvSpPr>
        <p:spPr bwMode="auto">
          <a:xfrm>
            <a:off x="5484813" y="5357813"/>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sp>
        <p:nvSpPr>
          <p:cNvPr id="238629" name="Freeform 37"/>
          <p:cNvSpPr>
            <a:spLocks/>
          </p:cNvSpPr>
          <p:nvPr/>
        </p:nvSpPr>
        <p:spPr bwMode="auto">
          <a:xfrm>
            <a:off x="2851150" y="4668838"/>
            <a:ext cx="1123950" cy="1095375"/>
          </a:xfrm>
          <a:custGeom>
            <a:avLst/>
            <a:gdLst>
              <a:gd name="T0" fmla="*/ 2147483647 w 1656"/>
              <a:gd name="T1" fmla="*/ 2147483647 h 1614"/>
              <a:gd name="T2" fmla="*/ 0 w 1656"/>
              <a:gd name="T3" fmla="*/ 2147483647 h 1614"/>
              <a:gd name="T4" fmla="*/ 2147483647 w 1656"/>
              <a:gd name="T5" fmla="*/ 2147483647 h 1614"/>
              <a:gd name="T6" fmla="*/ 2147483647 w 1656"/>
              <a:gd name="T7" fmla="*/ 0 h 1614"/>
              <a:gd name="T8" fmla="*/ 2147483647 w 1656"/>
              <a:gd name="T9" fmla="*/ 2147483647 h 1614"/>
              <a:gd name="T10" fmla="*/ 2147483647 w 1656"/>
              <a:gd name="T11" fmla="*/ 2147483647 h 1614"/>
              <a:gd name="T12" fmla="*/ 2147483647 w 1656"/>
              <a:gd name="T13" fmla="*/ 2147483647 h 1614"/>
              <a:gd name="T14" fmla="*/ 2147483647 w 1656"/>
              <a:gd name="T15" fmla="*/ 2147483647 h 1614"/>
              <a:gd name="T16" fmla="*/ 0 60000 65536"/>
              <a:gd name="T17" fmla="*/ 0 60000 65536"/>
              <a:gd name="T18" fmla="*/ 0 60000 65536"/>
              <a:gd name="T19" fmla="*/ 0 60000 65536"/>
              <a:gd name="T20" fmla="*/ 0 60000 65536"/>
              <a:gd name="T21" fmla="*/ 0 60000 65536"/>
              <a:gd name="T22" fmla="*/ 0 60000 65536"/>
              <a:gd name="T23" fmla="*/ 0 60000 65536"/>
              <a:gd name="T24" fmla="*/ 0 w 1656"/>
              <a:gd name="T25" fmla="*/ 0 h 1614"/>
              <a:gd name="T26" fmla="*/ 1656 w 1656"/>
              <a:gd name="T27" fmla="*/ 1614 h 16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6" h="1614">
                <a:moveTo>
                  <a:pt x="462" y="1614"/>
                </a:moveTo>
                <a:lnTo>
                  <a:pt x="0" y="1044"/>
                </a:lnTo>
                <a:lnTo>
                  <a:pt x="156" y="324"/>
                </a:lnTo>
                <a:lnTo>
                  <a:pt x="840" y="0"/>
                </a:lnTo>
                <a:lnTo>
                  <a:pt x="1494" y="324"/>
                </a:lnTo>
                <a:lnTo>
                  <a:pt x="1656" y="1044"/>
                </a:lnTo>
                <a:lnTo>
                  <a:pt x="1194" y="1602"/>
                </a:lnTo>
                <a:lnTo>
                  <a:pt x="462" y="1614"/>
                </a:lnTo>
                <a:close/>
              </a:path>
            </a:pathLst>
          </a:custGeom>
          <a:solidFill>
            <a:srgbClr val="CC00FF"/>
          </a:solidFill>
          <a:ln w="12700" cap="flat" cmpd="sng">
            <a:solidFill>
              <a:srgbClr val="FFFFCC"/>
            </a:solidFill>
            <a:prstDash val="solid"/>
            <a:round/>
            <a:headEnd/>
            <a:tailEnd/>
          </a:ln>
        </p:spPr>
        <p:txBody>
          <a:bodyPr/>
          <a:lstStyle/>
          <a:p>
            <a:endParaRPr lang="en-US"/>
          </a:p>
        </p:txBody>
      </p:sp>
      <p:grpSp>
        <p:nvGrpSpPr>
          <p:cNvPr id="2" name="Group 16"/>
          <p:cNvGrpSpPr/>
          <p:nvPr/>
        </p:nvGrpSpPr>
        <p:grpSpPr>
          <a:xfrm>
            <a:off x="3886200" y="3200400"/>
            <a:ext cx="4829175" cy="3209925"/>
            <a:chOff x="3886200" y="3200400"/>
            <a:chExt cx="4829175" cy="3209925"/>
          </a:xfrm>
        </p:grpSpPr>
        <p:sp>
          <p:nvSpPr>
            <p:cNvPr id="18" name="AutoShape 15"/>
            <p:cNvSpPr>
              <a:spLocks/>
            </p:cNvSpPr>
            <p:nvPr/>
          </p:nvSpPr>
          <p:spPr bwMode="auto">
            <a:xfrm>
              <a:off x="6629400" y="5562600"/>
              <a:ext cx="2085975" cy="847725"/>
            </a:xfrm>
            <a:prstGeom prst="borderCallout1">
              <a:avLst>
                <a:gd name="adj1" fmla="val -1449"/>
                <a:gd name="adj2" fmla="val 56236"/>
                <a:gd name="adj3" fmla="val -95052"/>
                <a:gd name="adj4" fmla="val -58833"/>
              </a:avLst>
            </a:prstGeom>
            <a:noFill/>
            <a:ln w="25400">
              <a:solidFill>
                <a:schemeClr val="tx1"/>
              </a:solidFill>
              <a:miter lim="800000"/>
              <a:headEnd/>
              <a:tailEnd type="stealth" w="lg" len="lg"/>
            </a:ln>
            <a:extLst>
              <a:ext uri="{909E8E84-426E-40DD-AFC4-6F175D3DCCD1}">
                <a14:hiddenFill xmlns="" xmlns:a14="http://schemas.microsoft.com/office/drawing/2010/main">
                  <a:solidFill>
                    <a:srgbClr val="FFFFFF"/>
                  </a:solidFill>
                </a14:hiddenFill>
              </a:ext>
            </a:extLst>
          </p:spPr>
          <p:txBody>
            <a:bodyPr>
              <a:spAutoFit/>
            </a:bodyPr>
            <a:lstStyle/>
            <a:p>
              <a:pPr eaLnBrk="0" hangingPunct="0"/>
              <a:r>
                <a:rPr lang="en-GB" sz="2400"/>
                <a:t>Empty space is not allowed</a:t>
              </a:r>
            </a:p>
          </p:txBody>
        </p:sp>
        <p:cxnSp>
          <p:nvCxnSpPr>
            <p:cNvPr id="19" name="Straight Arrow Connector 18"/>
            <p:cNvCxnSpPr>
              <a:stCxn id="18" idx="3"/>
            </p:cNvCxnSpPr>
            <p:nvPr/>
          </p:nvCxnSpPr>
          <p:spPr>
            <a:xfrm rot="16200000" flipV="1">
              <a:off x="5245894" y="3136106"/>
              <a:ext cx="1066800" cy="37861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0800000">
              <a:off x="4191000" y="3200400"/>
              <a:ext cx="3481388" cy="2286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86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86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86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86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86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86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86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86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86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86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86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86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617" grpId="0" animBg="1"/>
      <p:bldP spid="238618" grpId="0" animBg="1"/>
      <p:bldP spid="238619" grpId="0" animBg="1"/>
      <p:bldP spid="238620" grpId="0" animBg="1"/>
      <p:bldP spid="238621" grpId="0" animBg="1"/>
      <p:bldP spid="238622" grpId="0" animBg="1"/>
      <p:bldP spid="238623" grpId="0" animBg="1"/>
      <p:bldP spid="238624" grpId="0" animBg="1"/>
      <p:bldP spid="238626" grpId="0" animBg="1"/>
      <p:bldP spid="238627" grpId="0" animBg="1"/>
      <p:bldP spid="238628" grpId="0" animBg="1"/>
      <p:bldP spid="23862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1371600"/>
            <a:ext cx="3886200" cy="1754326"/>
          </a:xfrm>
          <a:prstGeom prst="rect">
            <a:avLst/>
          </a:prstGeom>
        </p:spPr>
        <p:txBody>
          <a:bodyPr wrap="square">
            <a:spAutoFit/>
          </a:bodyPr>
          <a:lstStyle/>
          <a:p>
            <a:pPr>
              <a:lnSpc>
                <a:spcPct val="120000"/>
              </a:lnSpc>
              <a:spcBef>
                <a:spcPts val="0"/>
              </a:spcBef>
            </a:pPr>
            <a:r>
              <a:rPr lang="en-US" dirty="0" smtClean="0">
                <a:solidFill>
                  <a:srgbClr val="FF6600"/>
                </a:solidFill>
              </a:rPr>
              <a:t>Crystal faces</a:t>
            </a:r>
            <a:r>
              <a:rPr lang="en-US" dirty="0" smtClean="0">
                <a:solidFill>
                  <a:srgbClr val="0000FF"/>
                </a:solidFill>
              </a:rPr>
              <a:t>: crystal usually bounded by a number of flat surfaces (faces). </a:t>
            </a:r>
          </a:p>
          <a:p>
            <a:pPr>
              <a:lnSpc>
                <a:spcPct val="120000"/>
              </a:lnSpc>
              <a:spcBef>
                <a:spcPts val="0"/>
              </a:spcBef>
            </a:pPr>
            <a:endParaRPr lang="en-US" dirty="0" smtClean="0">
              <a:solidFill>
                <a:srgbClr val="0000FF"/>
              </a:solidFill>
            </a:endParaRPr>
          </a:p>
          <a:p>
            <a:pPr>
              <a:lnSpc>
                <a:spcPct val="120000"/>
              </a:lnSpc>
              <a:spcBef>
                <a:spcPts val="0"/>
              </a:spcBef>
            </a:pPr>
            <a:endParaRPr lang="en-US" dirty="0">
              <a:solidFill>
                <a:srgbClr val="0000FF"/>
              </a:solidFill>
            </a:endParaRPr>
          </a:p>
        </p:txBody>
      </p:sp>
      <p:sp>
        <p:nvSpPr>
          <p:cNvPr id="7" name="Line 9"/>
          <p:cNvSpPr>
            <a:spLocks noChangeShapeType="1"/>
          </p:cNvSpPr>
          <p:nvPr/>
        </p:nvSpPr>
        <p:spPr bwMode="auto">
          <a:xfrm flipV="1">
            <a:off x="554037" y="2590800"/>
            <a:ext cx="1343025" cy="517525"/>
          </a:xfrm>
          <a:prstGeom prst="line">
            <a:avLst/>
          </a:prstGeom>
          <a:noFill/>
          <a:ln w="28575">
            <a:solidFill>
              <a:srgbClr val="000036"/>
            </a:solidFill>
            <a:round/>
            <a:headEnd/>
            <a:tailEnd/>
          </a:ln>
        </p:spPr>
        <p:txBody>
          <a:bodyPr wrap="none" anchor="ctr"/>
          <a:lstStyle/>
          <a:p>
            <a:endParaRPr lang="en-US"/>
          </a:p>
        </p:txBody>
      </p:sp>
      <p:sp>
        <p:nvSpPr>
          <p:cNvPr id="8" name="Line 10"/>
          <p:cNvSpPr>
            <a:spLocks noChangeShapeType="1"/>
          </p:cNvSpPr>
          <p:nvPr/>
        </p:nvSpPr>
        <p:spPr bwMode="auto">
          <a:xfrm flipV="1">
            <a:off x="2209800" y="2590800"/>
            <a:ext cx="1343025" cy="517525"/>
          </a:xfrm>
          <a:prstGeom prst="line">
            <a:avLst/>
          </a:prstGeom>
          <a:noFill/>
          <a:ln w="28575">
            <a:solidFill>
              <a:srgbClr val="000036"/>
            </a:solidFill>
            <a:round/>
            <a:headEnd/>
            <a:tailEnd/>
          </a:ln>
        </p:spPr>
        <p:txBody>
          <a:bodyPr wrap="none" anchor="ctr"/>
          <a:lstStyle/>
          <a:p>
            <a:endParaRPr lang="en-US"/>
          </a:p>
        </p:txBody>
      </p:sp>
      <p:sp>
        <p:nvSpPr>
          <p:cNvPr id="9" name="Line 11"/>
          <p:cNvSpPr>
            <a:spLocks noChangeShapeType="1"/>
          </p:cNvSpPr>
          <p:nvPr/>
        </p:nvSpPr>
        <p:spPr bwMode="auto">
          <a:xfrm flipV="1">
            <a:off x="2209800" y="5659438"/>
            <a:ext cx="1343025" cy="515937"/>
          </a:xfrm>
          <a:prstGeom prst="line">
            <a:avLst/>
          </a:prstGeom>
          <a:noFill/>
          <a:ln w="28575">
            <a:solidFill>
              <a:srgbClr val="000036"/>
            </a:solidFill>
            <a:round/>
            <a:headEnd/>
            <a:tailEnd/>
          </a:ln>
        </p:spPr>
        <p:txBody>
          <a:bodyPr wrap="none" anchor="ctr"/>
          <a:lstStyle/>
          <a:p>
            <a:endParaRPr lang="en-US"/>
          </a:p>
        </p:txBody>
      </p:sp>
      <p:sp>
        <p:nvSpPr>
          <p:cNvPr id="10" name="Line 12"/>
          <p:cNvSpPr>
            <a:spLocks noChangeShapeType="1"/>
          </p:cNvSpPr>
          <p:nvPr/>
        </p:nvSpPr>
        <p:spPr bwMode="auto">
          <a:xfrm>
            <a:off x="1878012" y="5637213"/>
            <a:ext cx="1674813" cy="0"/>
          </a:xfrm>
          <a:prstGeom prst="line">
            <a:avLst/>
          </a:prstGeom>
          <a:noFill/>
          <a:ln w="9525">
            <a:solidFill>
              <a:srgbClr val="000036"/>
            </a:solidFill>
            <a:prstDash val="dash"/>
            <a:round/>
            <a:headEnd/>
            <a:tailEnd/>
          </a:ln>
        </p:spPr>
        <p:txBody>
          <a:bodyPr wrap="none" anchor="ctr"/>
          <a:lstStyle/>
          <a:p>
            <a:endParaRPr lang="en-US"/>
          </a:p>
        </p:txBody>
      </p:sp>
      <p:sp>
        <p:nvSpPr>
          <p:cNvPr id="11" name="Line 13"/>
          <p:cNvSpPr>
            <a:spLocks noChangeShapeType="1"/>
          </p:cNvSpPr>
          <p:nvPr/>
        </p:nvSpPr>
        <p:spPr bwMode="auto">
          <a:xfrm>
            <a:off x="3552825" y="2590800"/>
            <a:ext cx="0" cy="3086100"/>
          </a:xfrm>
          <a:prstGeom prst="line">
            <a:avLst/>
          </a:prstGeom>
          <a:noFill/>
          <a:ln w="28575">
            <a:solidFill>
              <a:srgbClr val="000036"/>
            </a:solidFill>
            <a:round/>
            <a:headEnd/>
            <a:tailEnd/>
          </a:ln>
        </p:spPr>
        <p:txBody>
          <a:bodyPr wrap="none" anchor="ctr"/>
          <a:lstStyle/>
          <a:p>
            <a:endParaRPr lang="en-US"/>
          </a:p>
        </p:txBody>
      </p:sp>
      <p:sp>
        <p:nvSpPr>
          <p:cNvPr id="12" name="Line 14"/>
          <p:cNvSpPr>
            <a:spLocks noChangeShapeType="1"/>
          </p:cNvSpPr>
          <p:nvPr/>
        </p:nvSpPr>
        <p:spPr bwMode="auto">
          <a:xfrm>
            <a:off x="1882775" y="2589213"/>
            <a:ext cx="0" cy="2971800"/>
          </a:xfrm>
          <a:prstGeom prst="line">
            <a:avLst/>
          </a:prstGeom>
          <a:noFill/>
          <a:ln w="9525">
            <a:solidFill>
              <a:srgbClr val="000036"/>
            </a:solidFill>
            <a:prstDash val="dash"/>
            <a:round/>
            <a:headEnd/>
            <a:tailEnd/>
          </a:ln>
        </p:spPr>
        <p:txBody>
          <a:bodyPr/>
          <a:lstStyle/>
          <a:p>
            <a:endParaRPr lang="en-US"/>
          </a:p>
        </p:txBody>
      </p:sp>
      <p:sp>
        <p:nvSpPr>
          <p:cNvPr id="13" name="Line 15"/>
          <p:cNvSpPr>
            <a:spLocks noChangeShapeType="1"/>
          </p:cNvSpPr>
          <p:nvPr/>
        </p:nvSpPr>
        <p:spPr bwMode="auto">
          <a:xfrm flipV="1">
            <a:off x="536575" y="5637213"/>
            <a:ext cx="1343025" cy="517525"/>
          </a:xfrm>
          <a:prstGeom prst="line">
            <a:avLst/>
          </a:prstGeom>
          <a:noFill/>
          <a:ln w="9525">
            <a:solidFill>
              <a:srgbClr val="000036"/>
            </a:solidFill>
            <a:prstDash val="dash"/>
            <a:round/>
            <a:headEnd/>
            <a:tailEnd/>
          </a:ln>
        </p:spPr>
        <p:txBody>
          <a:bodyPr wrap="none" anchor="ctr"/>
          <a:lstStyle/>
          <a:p>
            <a:endParaRPr lang="en-US"/>
          </a:p>
        </p:txBody>
      </p:sp>
      <p:sp>
        <p:nvSpPr>
          <p:cNvPr id="14" name="Line 16"/>
          <p:cNvSpPr>
            <a:spLocks noChangeShapeType="1"/>
          </p:cNvSpPr>
          <p:nvPr/>
        </p:nvSpPr>
        <p:spPr bwMode="auto">
          <a:xfrm>
            <a:off x="1882775" y="2589213"/>
            <a:ext cx="1674812" cy="0"/>
          </a:xfrm>
          <a:prstGeom prst="line">
            <a:avLst/>
          </a:prstGeom>
          <a:noFill/>
          <a:ln w="28575">
            <a:solidFill>
              <a:srgbClr val="000036"/>
            </a:solidFill>
            <a:round/>
            <a:headEnd/>
            <a:tailEnd/>
          </a:ln>
        </p:spPr>
        <p:txBody>
          <a:bodyPr wrap="none" anchor="ctr"/>
          <a:lstStyle/>
          <a:p>
            <a:endParaRPr lang="en-US"/>
          </a:p>
        </p:txBody>
      </p:sp>
      <p:sp>
        <p:nvSpPr>
          <p:cNvPr id="15" name="Rectangle 17"/>
          <p:cNvSpPr>
            <a:spLocks noChangeArrowheads="1"/>
          </p:cNvSpPr>
          <p:nvPr/>
        </p:nvSpPr>
        <p:spPr bwMode="auto">
          <a:xfrm>
            <a:off x="542925" y="3116263"/>
            <a:ext cx="1655762" cy="3068637"/>
          </a:xfrm>
          <a:prstGeom prst="rect">
            <a:avLst/>
          </a:prstGeom>
          <a:noFill/>
          <a:ln w="28575">
            <a:solidFill>
              <a:srgbClr val="000036"/>
            </a:solidFill>
            <a:miter lim="800000"/>
            <a:headEnd/>
            <a:tailEnd/>
          </a:ln>
        </p:spPr>
        <p:txBody>
          <a:bodyPr wrap="none" anchor="ctr"/>
          <a:lstStyle/>
          <a:p>
            <a:endParaRPr lang="ar-IQ"/>
          </a:p>
        </p:txBody>
      </p:sp>
      <p:grpSp>
        <p:nvGrpSpPr>
          <p:cNvPr id="2" name="Group 20"/>
          <p:cNvGrpSpPr>
            <a:grpSpLocks/>
          </p:cNvGrpSpPr>
          <p:nvPr/>
        </p:nvGrpSpPr>
        <p:grpSpPr bwMode="auto">
          <a:xfrm>
            <a:off x="569912" y="3135313"/>
            <a:ext cx="1592263" cy="3043237"/>
            <a:chOff x="3590" y="2111"/>
            <a:chExt cx="1003" cy="1917"/>
          </a:xfrm>
        </p:grpSpPr>
        <p:sp>
          <p:nvSpPr>
            <p:cNvPr id="17" name="Rectangle 18"/>
            <p:cNvSpPr>
              <a:spLocks noChangeArrowheads="1"/>
            </p:cNvSpPr>
            <p:nvPr/>
          </p:nvSpPr>
          <p:spPr bwMode="auto">
            <a:xfrm>
              <a:off x="3590" y="2111"/>
              <a:ext cx="1003" cy="1917"/>
            </a:xfrm>
            <a:prstGeom prst="rect">
              <a:avLst/>
            </a:prstGeom>
            <a:solidFill>
              <a:srgbClr val="FDF94D"/>
            </a:solidFill>
            <a:ln w="28575">
              <a:noFill/>
              <a:miter lim="800000"/>
              <a:headEnd/>
              <a:tailEnd/>
            </a:ln>
          </p:spPr>
          <p:txBody>
            <a:bodyPr wrap="none" anchor="ctr"/>
            <a:lstStyle/>
            <a:p>
              <a:endParaRPr lang="ar-IQ"/>
            </a:p>
          </p:txBody>
        </p:sp>
        <p:sp>
          <p:nvSpPr>
            <p:cNvPr id="18" name="Text Box 19"/>
            <p:cNvSpPr txBox="1">
              <a:spLocks noChangeArrowheads="1"/>
            </p:cNvSpPr>
            <p:nvPr/>
          </p:nvSpPr>
          <p:spPr bwMode="auto">
            <a:xfrm>
              <a:off x="3744" y="2592"/>
              <a:ext cx="624" cy="288"/>
            </a:xfrm>
            <a:prstGeom prst="rect">
              <a:avLst/>
            </a:prstGeom>
            <a:noFill/>
            <a:ln w="9525">
              <a:noFill/>
              <a:miter lim="800000"/>
              <a:headEnd/>
              <a:tailEnd/>
            </a:ln>
          </p:spPr>
          <p:txBody>
            <a:bodyPr>
              <a:spAutoFit/>
            </a:bodyPr>
            <a:lstStyle/>
            <a:p>
              <a:pPr>
                <a:spcBef>
                  <a:spcPct val="50000"/>
                </a:spcBef>
              </a:pPr>
              <a:r>
                <a:rPr lang="en-US" sz="2400">
                  <a:solidFill>
                    <a:srgbClr val="0000FF"/>
                  </a:solidFill>
                </a:rPr>
                <a:t>Face</a:t>
              </a:r>
            </a:p>
          </p:txBody>
        </p:sp>
      </p:grpSp>
      <p:sp>
        <p:nvSpPr>
          <p:cNvPr id="19" name="Text Box 21"/>
          <p:cNvSpPr txBox="1">
            <a:spLocks noChangeArrowheads="1"/>
          </p:cNvSpPr>
          <p:nvPr/>
        </p:nvSpPr>
        <p:spPr bwMode="auto">
          <a:xfrm>
            <a:off x="5334000" y="1360488"/>
            <a:ext cx="3048000" cy="1089529"/>
          </a:xfrm>
          <a:prstGeom prst="rect">
            <a:avLst/>
          </a:prstGeom>
          <a:noFill/>
          <a:ln w="9525">
            <a:noFill/>
            <a:miter lim="800000"/>
            <a:headEnd/>
            <a:tailEnd/>
          </a:ln>
        </p:spPr>
        <p:txBody>
          <a:bodyPr wrap="square">
            <a:spAutoFit/>
          </a:bodyPr>
          <a:lstStyle/>
          <a:p>
            <a:pPr algn="just">
              <a:lnSpc>
                <a:spcPct val="120000"/>
              </a:lnSpc>
              <a:spcBef>
                <a:spcPct val="50000"/>
              </a:spcBef>
            </a:pPr>
            <a:r>
              <a:rPr lang="en-US" dirty="0" smtClean="0">
                <a:solidFill>
                  <a:srgbClr val="FF6600"/>
                </a:solidFill>
              </a:rPr>
              <a:t>Crystal </a:t>
            </a:r>
            <a:r>
              <a:rPr lang="en-US" dirty="0">
                <a:solidFill>
                  <a:srgbClr val="FF6600"/>
                </a:solidFill>
              </a:rPr>
              <a:t>edge: </a:t>
            </a:r>
            <a:r>
              <a:rPr lang="en-US" dirty="0">
                <a:solidFill>
                  <a:srgbClr val="0000FF"/>
                </a:solidFill>
              </a:rPr>
              <a:t>It is formed by intersection of two adjacent faces</a:t>
            </a:r>
          </a:p>
        </p:txBody>
      </p:sp>
      <p:sp>
        <p:nvSpPr>
          <p:cNvPr id="20" name="Line 22"/>
          <p:cNvSpPr>
            <a:spLocks noChangeShapeType="1"/>
          </p:cNvSpPr>
          <p:nvPr/>
        </p:nvSpPr>
        <p:spPr bwMode="auto">
          <a:xfrm flipV="1">
            <a:off x="5049838" y="2490788"/>
            <a:ext cx="1343025" cy="517525"/>
          </a:xfrm>
          <a:prstGeom prst="line">
            <a:avLst/>
          </a:prstGeom>
          <a:noFill/>
          <a:ln w="28575">
            <a:solidFill>
              <a:srgbClr val="0000FF"/>
            </a:solidFill>
            <a:round/>
            <a:headEnd/>
            <a:tailEnd/>
          </a:ln>
        </p:spPr>
        <p:txBody>
          <a:bodyPr wrap="none" anchor="ctr"/>
          <a:lstStyle/>
          <a:p>
            <a:endParaRPr lang="en-US"/>
          </a:p>
        </p:txBody>
      </p:sp>
      <p:sp>
        <p:nvSpPr>
          <p:cNvPr id="21" name="Line 23"/>
          <p:cNvSpPr>
            <a:spLocks noChangeShapeType="1"/>
          </p:cNvSpPr>
          <p:nvPr/>
        </p:nvSpPr>
        <p:spPr bwMode="auto">
          <a:xfrm flipV="1">
            <a:off x="6705600" y="2503488"/>
            <a:ext cx="1343025" cy="517525"/>
          </a:xfrm>
          <a:prstGeom prst="line">
            <a:avLst/>
          </a:prstGeom>
          <a:noFill/>
          <a:ln w="28575">
            <a:solidFill>
              <a:srgbClr val="0000FF"/>
            </a:solidFill>
            <a:round/>
            <a:headEnd/>
            <a:tailEnd/>
          </a:ln>
        </p:spPr>
        <p:txBody>
          <a:bodyPr wrap="none" anchor="ctr"/>
          <a:lstStyle/>
          <a:p>
            <a:endParaRPr lang="en-US"/>
          </a:p>
        </p:txBody>
      </p:sp>
      <p:sp>
        <p:nvSpPr>
          <p:cNvPr id="22" name="Line 24"/>
          <p:cNvSpPr>
            <a:spLocks noChangeShapeType="1"/>
          </p:cNvSpPr>
          <p:nvPr/>
        </p:nvSpPr>
        <p:spPr bwMode="auto">
          <a:xfrm flipV="1">
            <a:off x="6705600" y="5559425"/>
            <a:ext cx="1343025" cy="515938"/>
          </a:xfrm>
          <a:prstGeom prst="line">
            <a:avLst/>
          </a:prstGeom>
          <a:noFill/>
          <a:ln w="28575">
            <a:solidFill>
              <a:srgbClr val="0000FF"/>
            </a:solidFill>
            <a:round/>
            <a:headEnd/>
            <a:tailEnd/>
          </a:ln>
        </p:spPr>
        <p:txBody>
          <a:bodyPr wrap="none" anchor="ctr"/>
          <a:lstStyle/>
          <a:p>
            <a:endParaRPr lang="en-US"/>
          </a:p>
        </p:txBody>
      </p:sp>
      <p:sp>
        <p:nvSpPr>
          <p:cNvPr id="23" name="Line 28"/>
          <p:cNvSpPr>
            <a:spLocks noChangeShapeType="1"/>
          </p:cNvSpPr>
          <p:nvPr/>
        </p:nvSpPr>
        <p:spPr bwMode="auto">
          <a:xfrm flipV="1">
            <a:off x="5032375" y="5537200"/>
            <a:ext cx="1343025" cy="517525"/>
          </a:xfrm>
          <a:prstGeom prst="line">
            <a:avLst/>
          </a:prstGeom>
          <a:noFill/>
          <a:ln w="9525">
            <a:solidFill>
              <a:srgbClr val="0000FF"/>
            </a:solidFill>
            <a:prstDash val="dash"/>
            <a:round/>
            <a:headEnd/>
            <a:tailEnd/>
          </a:ln>
        </p:spPr>
        <p:txBody>
          <a:bodyPr wrap="none" anchor="ctr"/>
          <a:lstStyle/>
          <a:p>
            <a:endParaRPr lang="en-US"/>
          </a:p>
        </p:txBody>
      </p:sp>
      <p:grpSp>
        <p:nvGrpSpPr>
          <p:cNvPr id="3" name="Group 38"/>
          <p:cNvGrpSpPr>
            <a:grpSpLocks/>
          </p:cNvGrpSpPr>
          <p:nvPr/>
        </p:nvGrpSpPr>
        <p:grpSpPr bwMode="auto">
          <a:xfrm>
            <a:off x="5045075" y="2489200"/>
            <a:ext cx="3003550" cy="3606800"/>
            <a:chOff x="1688" y="576"/>
            <a:chExt cx="1892" cy="2272"/>
          </a:xfrm>
        </p:grpSpPr>
        <p:sp>
          <p:nvSpPr>
            <p:cNvPr id="25" name="Line 26"/>
            <p:cNvSpPr>
              <a:spLocks noChangeShapeType="1"/>
            </p:cNvSpPr>
            <p:nvPr/>
          </p:nvSpPr>
          <p:spPr bwMode="auto">
            <a:xfrm>
              <a:off x="3580" y="577"/>
              <a:ext cx="0" cy="1944"/>
            </a:xfrm>
            <a:prstGeom prst="line">
              <a:avLst/>
            </a:prstGeom>
            <a:noFill/>
            <a:ln w="28575">
              <a:solidFill>
                <a:srgbClr val="FF0066"/>
              </a:solidFill>
              <a:round/>
              <a:headEnd/>
              <a:tailEnd/>
            </a:ln>
          </p:spPr>
          <p:txBody>
            <a:bodyPr wrap="none" anchor="ctr"/>
            <a:lstStyle/>
            <a:p>
              <a:endParaRPr lang="en-US"/>
            </a:p>
          </p:txBody>
        </p:sp>
        <p:sp>
          <p:nvSpPr>
            <p:cNvPr id="26" name="Line 27"/>
            <p:cNvSpPr>
              <a:spLocks noChangeShapeType="1"/>
            </p:cNvSpPr>
            <p:nvPr/>
          </p:nvSpPr>
          <p:spPr bwMode="auto">
            <a:xfrm>
              <a:off x="2528" y="576"/>
              <a:ext cx="0" cy="1872"/>
            </a:xfrm>
            <a:prstGeom prst="line">
              <a:avLst/>
            </a:prstGeom>
            <a:noFill/>
            <a:ln w="9525">
              <a:solidFill>
                <a:srgbClr val="FF0066"/>
              </a:solidFill>
              <a:prstDash val="dash"/>
              <a:round/>
              <a:headEnd/>
              <a:tailEnd/>
            </a:ln>
          </p:spPr>
          <p:txBody>
            <a:bodyPr/>
            <a:lstStyle/>
            <a:p>
              <a:endParaRPr lang="en-US"/>
            </a:p>
          </p:txBody>
        </p:sp>
        <p:sp>
          <p:nvSpPr>
            <p:cNvPr id="27" name="Line 35"/>
            <p:cNvSpPr>
              <a:spLocks noChangeShapeType="1"/>
            </p:cNvSpPr>
            <p:nvPr/>
          </p:nvSpPr>
          <p:spPr bwMode="auto">
            <a:xfrm>
              <a:off x="1688" y="904"/>
              <a:ext cx="0" cy="1944"/>
            </a:xfrm>
            <a:prstGeom prst="line">
              <a:avLst/>
            </a:prstGeom>
            <a:noFill/>
            <a:ln w="28575">
              <a:solidFill>
                <a:srgbClr val="FF0066"/>
              </a:solidFill>
              <a:round/>
              <a:headEnd/>
              <a:tailEnd/>
            </a:ln>
          </p:spPr>
          <p:txBody>
            <a:bodyPr wrap="none" anchor="ctr"/>
            <a:lstStyle/>
            <a:p>
              <a:endParaRPr lang="en-US"/>
            </a:p>
          </p:txBody>
        </p:sp>
        <p:sp>
          <p:nvSpPr>
            <p:cNvPr id="28" name="Line 36"/>
            <p:cNvSpPr>
              <a:spLocks noChangeShapeType="1"/>
            </p:cNvSpPr>
            <p:nvPr/>
          </p:nvSpPr>
          <p:spPr bwMode="auto">
            <a:xfrm>
              <a:off x="2736" y="904"/>
              <a:ext cx="0" cy="1944"/>
            </a:xfrm>
            <a:prstGeom prst="line">
              <a:avLst/>
            </a:prstGeom>
            <a:noFill/>
            <a:ln w="28575">
              <a:solidFill>
                <a:srgbClr val="FF0066"/>
              </a:solidFill>
              <a:round/>
              <a:headEnd/>
              <a:tailEnd/>
            </a:ln>
          </p:spPr>
          <p:txBody>
            <a:bodyPr wrap="none" anchor="ctr"/>
            <a:lstStyle/>
            <a:p>
              <a:endParaRPr lang="en-US"/>
            </a:p>
          </p:txBody>
        </p:sp>
      </p:grpSp>
      <p:grpSp>
        <p:nvGrpSpPr>
          <p:cNvPr id="4" name="Group 39"/>
          <p:cNvGrpSpPr>
            <a:grpSpLocks/>
          </p:cNvGrpSpPr>
          <p:nvPr/>
        </p:nvGrpSpPr>
        <p:grpSpPr bwMode="auto">
          <a:xfrm>
            <a:off x="5032375" y="2489200"/>
            <a:ext cx="3021013" cy="3581400"/>
            <a:chOff x="1680" y="576"/>
            <a:chExt cx="1903" cy="2256"/>
          </a:xfrm>
        </p:grpSpPr>
        <p:sp>
          <p:nvSpPr>
            <p:cNvPr id="30" name="Line 25"/>
            <p:cNvSpPr>
              <a:spLocks noChangeShapeType="1"/>
            </p:cNvSpPr>
            <p:nvPr/>
          </p:nvSpPr>
          <p:spPr bwMode="auto">
            <a:xfrm>
              <a:off x="2525" y="2496"/>
              <a:ext cx="1055" cy="0"/>
            </a:xfrm>
            <a:prstGeom prst="line">
              <a:avLst/>
            </a:prstGeom>
            <a:noFill/>
            <a:ln w="9525">
              <a:solidFill>
                <a:srgbClr val="FF99CC"/>
              </a:solidFill>
              <a:prstDash val="dash"/>
              <a:round/>
              <a:headEnd/>
              <a:tailEnd/>
            </a:ln>
          </p:spPr>
          <p:txBody>
            <a:bodyPr wrap="none" anchor="ctr"/>
            <a:lstStyle/>
            <a:p>
              <a:endParaRPr lang="en-US"/>
            </a:p>
          </p:txBody>
        </p:sp>
        <p:sp>
          <p:nvSpPr>
            <p:cNvPr id="31" name="Line 29"/>
            <p:cNvSpPr>
              <a:spLocks noChangeShapeType="1"/>
            </p:cNvSpPr>
            <p:nvPr/>
          </p:nvSpPr>
          <p:spPr bwMode="auto">
            <a:xfrm>
              <a:off x="2528" y="576"/>
              <a:ext cx="1055" cy="0"/>
            </a:xfrm>
            <a:prstGeom prst="line">
              <a:avLst/>
            </a:prstGeom>
            <a:noFill/>
            <a:ln w="28575">
              <a:solidFill>
                <a:srgbClr val="FF99CC"/>
              </a:solidFill>
              <a:round/>
              <a:headEnd/>
              <a:tailEnd/>
            </a:ln>
          </p:spPr>
          <p:txBody>
            <a:bodyPr wrap="none" anchor="ctr"/>
            <a:lstStyle/>
            <a:p>
              <a:endParaRPr lang="en-US"/>
            </a:p>
          </p:txBody>
        </p:sp>
        <p:sp>
          <p:nvSpPr>
            <p:cNvPr id="32" name="Line 34"/>
            <p:cNvSpPr>
              <a:spLocks noChangeShapeType="1"/>
            </p:cNvSpPr>
            <p:nvPr/>
          </p:nvSpPr>
          <p:spPr bwMode="auto">
            <a:xfrm>
              <a:off x="1680" y="912"/>
              <a:ext cx="1055" cy="0"/>
            </a:xfrm>
            <a:prstGeom prst="line">
              <a:avLst/>
            </a:prstGeom>
            <a:noFill/>
            <a:ln w="28575">
              <a:solidFill>
                <a:srgbClr val="FF99CC"/>
              </a:solidFill>
              <a:round/>
              <a:headEnd/>
              <a:tailEnd/>
            </a:ln>
          </p:spPr>
          <p:txBody>
            <a:bodyPr wrap="none" anchor="ctr"/>
            <a:lstStyle/>
            <a:p>
              <a:endParaRPr lang="en-US"/>
            </a:p>
          </p:txBody>
        </p:sp>
        <p:sp>
          <p:nvSpPr>
            <p:cNvPr id="33" name="Line 37"/>
            <p:cNvSpPr>
              <a:spLocks noChangeShapeType="1"/>
            </p:cNvSpPr>
            <p:nvPr/>
          </p:nvSpPr>
          <p:spPr bwMode="auto">
            <a:xfrm>
              <a:off x="1680" y="2832"/>
              <a:ext cx="1055" cy="0"/>
            </a:xfrm>
            <a:prstGeom prst="line">
              <a:avLst/>
            </a:prstGeom>
            <a:noFill/>
            <a:ln w="28575">
              <a:solidFill>
                <a:srgbClr val="FF99CC"/>
              </a:solidFill>
              <a:round/>
              <a:headEnd/>
              <a:tailEnd/>
            </a:ln>
          </p:spPr>
          <p:txBody>
            <a:bodyPr wrap="none" anchor="ctr"/>
            <a:lstStyle/>
            <a:p>
              <a:endParaRPr lang="en-US"/>
            </a:p>
          </p:txBody>
        </p:sp>
      </p:grpSp>
      <p:sp>
        <p:nvSpPr>
          <p:cNvPr id="34" name="Text Box 40"/>
          <p:cNvSpPr txBox="1">
            <a:spLocks noChangeArrowheads="1"/>
          </p:cNvSpPr>
          <p:nvPr/>
        </p:nvSpPr>
        <p:spPr bwMode="auto">
          <a:xfrm>
            <a:off x="4114800" y="6172200"/>
            <a:ext cx="5029200" cy="457200"/>
          </a:xfrm>
          <a:prstGeom prst="rect">
            <a:avLst/>
          </a:prstGeom>
          <a:noFill/>
          <a:ln w="9525">
            <a:noFill/>
            <a:miter lim="800000"/>
            <a:headEnd/>
            <a:tailEnd/>
          </a:ln>
        </p:spPr>
        <p:txBody>
          <a:bodyPr>
            <a:spAutoFit/>
          </a:bodyPr>
          <a:lstStyle/>
          <a:p>
            <a:pPr>
              <a:spcBef>
                <a:spcPct val="50000"/>
              </a:spcBef>
            </a:pPr>
            <a:r>
              <a:rPr lang="en-US" sz="2400" dirty="0">
                <a:solidFill>
                  <a:srgbClr val="0000FF"/>
                </a:solidFill>
              </a:rPr>
              <a:t>4 + </a:t>
            </a:r>
            <a:r>
              <a:rPr lang="en-US" sz="2400" dirty="0">
                <a:solidFill>
                  <a:schemeClr val="tx2"/>
                </a:solidFill>
              </a:rPr>
              <a:t>4</a:t>
            </a:r>
            <a:r>
              <a:rPr lang="en-US" sz="2400" dirty="0">
                <a:solidFill>
                  <a:srgbClr val="0000FF"/>
                </a:solidFill>
              </a:rPr>
              <a:t> + </a:t>
            </a:r>
            <a:r>
              <a:rPr lang="en-US" sz="2400" dirty="0">
                <a:solidFill>
                  <a:srgbClr val="FF99CC"/>
                </a:solidFill>
              </a:rPr>
              <a:t>4</a:t>
            </a:r>
            <a:r>
              <a:rPr lang="en-US" sz="2400" dirty="0">
                <a:solidFill>
                  <a:srgbClr val="0000FF"/>
                </a:solidFill>
              </a:rPr>
              <a:t> = </a:t>
            </a:r>
            <a:r>
              <a:rPr lang="en-US" sz="2400" dirty="0">
                <a:solidFill>
                  <a:srgbClr val="CC0099"/>
                </a:solidFill>
              </a:rPr>
              <a:t>12 edge</a:t>
            </a:r>
          </a:p>
        </p:txBody>
      </p:sp>
      <p:sp>
        <p:nvSpPr>
          <p:cNvPr id="35" name="Text Box 2"/>
          <p:cNvSpPr txBox="1">
            <a:spLocks noChangeArrowheads="1"/>
          </p:cNvSpPr>
          <p:nvPr/>
        </p:nvSpPr>
        <p:spPr bwMode="auto">
          <a:xfrm>
            <a:off x="1600200" y="381000"/>
            <a:ext cx="6324600" cy="553998"/>
          </a:xfrm>
          <a:prstGeom prst="rect">
            <a:avLst/>
          </a:prstGeom>
          <a:noFill/>
          <a:ln w="9525">
            <a:noFill/>
            <a:miter lim="800000"/>
            <a:headEnd/>
            <a:tailEnd/>
          </a:ln>
        </p:spPr>
        <p:txBody>
          <a:bodyPr wrap="square">
            <a:spAutoFit/>
          </a:bodyPr>
          <a:lstStyle/>
          <a:p>
            <a:pPr algn="l">
              <a:spcBef>
                <a:spcPct val="50000"/>
              </a:spcBef>
              <a:defRPr/>
            </a:pPr>
            <a:r>
              <a:rPr lang="en-US" sz="30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External Appearance of Crystals</a:t>
            </a:r>
            <a:endParaRPr lang="en-US" sz="30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repeatCount="indefinite" fill="hold" nodeType="clickEffect">
                                  <p:stCondLst>
                                    <p:cond delay="0"/>
                                  </p:stCondLst>
                                  <p:endCondLst>
                                    <p:cond evt="onNext" delay="0">
                                      <p:tgtEl>
                                        <p:sldTgt/>
                                      </p:tgtEl>
                                    </p:cond>
                                  </p:end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0" fill="hold"/>
                                        <p:tgtEl>
                                          <p:spTgt spid="20"/>
                                        </p:tgtEl>
                                        <p:attrNameLst>
                                          <p:attrName>ppt_x</p:attrName>
                                        </p:attrNameLst>
                                      </p:cBhvr>
                                      <p:tavLst>
                                        <p:tav tm="0">
                                          <p:val>
                                            <p:strVal val="#ppt_x"/>
                                          </p:val>
                                        </p:tav>
                                        <p:tav tm="100000">
                                          <p:val>
                                            <p:strVal val="#ppt_x"/>
                                          </p:val>
                                        </p:tav>
                                      </p:tavLst>
                                    </p:anim>
                                    <p:anim calcmode="lin" valueType="num">
                                      <p:cBhvr additive="base">
                                        <p:cTn id="13" dur="5000" fill="hold"/>
                                        <p:tgtEl>
                                          <p:spTgt spid="20"/>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0" fill="hold"/>
                                        <p:tgtEl>
                                          <p:spTgt spid="21"/>
                                        </p:tgtEl>
                                        <p:attrNameLst>
                                          <p:attrName>ppt_x</p:attrName>
                                        </p:attrNameLst>
                                      </p:cBhvr>
                                      <p:tavLst>
                                        <p:tav tm="0">
                                          <p:val>
                                            <p:strVal val="#ppt_x"/>
                                          </p:val>
                                        </p:tav>
                                        <p:tav tm="100000">
                                          <p:val>
                                            <p:strVal val="#ppt_x"/>
                                          </p:val>
                                        </p:tav>
                                      </p:tavLst>
                                    </p:anim>
                                    <p:anim calcmode="lin" valueType="num">
                                      <p:cBhvr additive="base">
                                        <p:cTn id="17" dur="5000" fill="hold"/>
                                        <p:tgtEl>
                                          <p:spTgt spid="2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 calcmode="lin" valueType="num">
                                      <p:cBhvr additive="base">
                                        <p:cTn id="20" dur="5000" fill="hold"/>
                                        <p:tgtEl>
                                          <p:spTgt spid="22"/>
                                        </p:tgtEl>
                                        <p:attrNameLst>
                                          <p:attrName>ppt_x</p:attrName>
                                        </p:attrNameLst>
                                      </p:cBhvr>
                                      <p:tavLst>
                                        <p:tav tm="0">
                                          <p:val>
                                            <p:strVal val="#ppt_x"/>
                                          </p:val>
                                        </p:tav>
                                        <p:tav tm="100000">
                                          <p:val>
                                            <p:strVal val="#ppt_x"/>
                                          </p:val>
                                        </p:tav>
                                      </p:tavLst>
                                    </p:anim>
                                    <p:anim calcmode="lin" valueType="num">
                                      <p:cBhvr additive="base">
                                        <p:cTn id="21" dur="5000" fill="hold"/>
                                        <p:tgtEl>
                                          <p:spTgt spid="2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additive="base">
                                        <p:cTn id="24" dur="5000" fill="hold"/>
                                        <p:tgtEl>
                                          <p:spTgt spid="23"/>
                                        </p:tgtEl>
                                        <p:attrNameLst>
                                          <p:attrName>ppt_x</p:attrName>
                                        </p:attrNameLst>
                                      </p:cBhvr>
                                      <p:tavLst>
                                        <p:tav tm="0">
                                          <p:val>
                                            <p:strVal val="#ppt_x"/>
                                          </p:val>
                                        </p:tav>
                                        <p:tav tm="100000">
                                          <p:val>
                                            <p:strVal val="#ppt_x"/>
                                          </p:val>
                                        </p:tav>
                                      </p:tavLst>
                                    </p:anim>
                                    <p:anim calcmode="lin" valueType="num">
                                      <p:cBhvr additive="base">
                                        <p:cTn id="25" dur="50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repeatCount="300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mph" presetSubtype="0" repeatCount="2000" fill="hold" grpId="0" nodeType="clickEffect">
                                  <p:stCondLst>
                                    <p:cond delay="5000"/>
                                  </p:stCondLst>
                                  <p:childTnLst>
                                    <p:animRot by="21600000">
                                      <p:cBhvr>
                                        <p:cTn id="34" dur="2000" fill="hold"/>
                                        <p:tgtEl>
                                          <p:spTgt spid="34"/>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3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67000" y="381000"/>
            <a:ext cx="3400291" cy="461665"/>
          </a:xfrm>
          <a:prstGeom prst="rect">
            <a:avLst/>
          </a:prstGeom>
        </p:spPr>
        <p:txBody>
          <a:bodyPr wrap="none">
            <a:spAutoFit/>
          </a:bodyPr>
          <a:lstStyle/>
          <a:p>
            <a:pPr>
              <a:spcBef>
                <a:spcPct val="50000"/>
              </a:spcBef>
            </a:pPr>
            <a:r>
              <a:rPr lang="en-US" sz="2400" u="sng" dirty="0" smtClean="0">
                <a:solidFill>
                  <a:srgbClr val="FF0066"/>
                </a:solidFill>
              </a:rPr>
              <a:t>External parts of crystal</a:t>
            </a:r>
            <a:endParaRPr lang="en-US" sz="2400" u="sng" dirty="0">
              <a:solidFill>
                <a:srgbClr val="FF0066"/>
              </a:solidFill>
            </a:endParaRPr>
          </a:p>
        </p:txBody>
      </p:sp>
      <p:sp>
        <p:nvSpPr>
          <p:cNvPr id="6" name="Rectangle 5"/>
          <p:cNvSpPr/>
          <p:nvPr/>
        </p:nvSpPr>
        <p:spPr>
          <a:xfrm>
            <a:off x="0" y="1066800"/>
            <a:ext cx="3886200" cy="1421928"/>
          </a:xfrm>
          <a:prstGeom prst="rect">
            <a:avLst/>
          </a:prstGeom>
        </p:spPr>
        <p:txBody>
          <a:bodyPr wrap="square">
            <a:spAutoFit/>
          </a:bodyPr>
          <a:lstStyle/>
          <a:p>
            <a:pPr>
              <a:lnSpc>
                <a:spcPct val="120000"/>
              </a:lnSpc>
              <a:spcBef>
                <a:spcPts val="0"/>
              </a:spcBef>
            </a:pPr>
            <a:r>
              <a:rPr lang="en-US" dirty="0" smtClean="0">
                <a:solidFill>
                  <a:srgbClr val="FF6600"/>
                </a:solidFill>
              </a:rPr>
              <a:t>Solid angle: </a:t>
            </a:r>
            <a:r>
              <a:rPr lang="en-US" dirty="0" smtClean="0">
                <a:solidFill>
                  <a:srgbClr val="0000FF"/>
                </a:solidFill>
              </a:rPr>
              <a:t>It is formed by intersection of more than two adjacent faces</a:t>
            </a:r>
          </a:p>
          <a:p>
            <a:pPr>
              <a:lnSpc>
                <a:spcPct val="120000"/>
              </a:lnSpc>
              <a:spcBef>
                <a:spcPts val="0"/>
              </a:spcBef>
            </a:pPr>
            <a:endParaRPr lang="en-US" dirty="0">
              <a:solidFill>
                <a:srgbClr val="0000FF"/>
              </a:solidFill>
            </a:endParaRPr>
          </a:p>
        </p:txBody>
      </p:sp>
      <p:grpSp>
        <p:nvGrpSpPr>
          <p:cNvPr id="2" name="Group 89"/>
          <p:cNvGrpSpPr/>
          <p:nvPr/>
        </p:nvGrpSpPr>
        <p:grpSpPr>
          <a:xfrm>
            <a:off x="506412" y="2540000"/>
            <a:ext cx="2465388" cy="2794000"/>
            <a:chOff x="506412" y="2540000"/>
            <a:chExt cx="3200400" cy="3810000"/>
          </a:xfrm>
        </p:grpSpPr>
        <p:sp>
          <p:nvSpPr>
            <p:cNvPr id="35" name="Line 5"/>
            <p:cNvSpPr>
              <a:spLocks noChangeShapeType="1"/>
            </p:cNvSpPr>
            <p:nvPr/>
          </p:nvSpPr>
          <p:spPr bwMode="auto">
            <a:xfrm flipV="1">
              <a:off x="600075" y="2668588"/>
              <a:ext cx="1343025" cy="517525"/>
            </a:xfrm>
            <a:prstGeom prst="line">
              <a:avLst/>
            </a:prstGeom>
            <a:noFill/>
            <a:ln w="28575">
              <a:solidFill>
                <a:srgbClr val="0000FF"/>
              </a:solidFill>
              <a:round/>
              <a:headEnd/>
              <a:tailEnd/>
            </a:ln>
          </p:spPr>
          <p:txBody>
            <a:bodyPr wrap="none" anchor="ctr"/>
            <a:lstStyle/>
            <a:p>
              <a:endParaRPr lang="en-US"/>
            </a:p>
          </p:txBody>
        </p:sp>
        <p:sp>
          <p:nvSpPr>
            <p:cNvPr id="36" name="Line 6"/>
            <p:cNvSpPr>
              <a:spLocks noChangeShapeType="1"/>
            </p:cNvSpPr>
            <p:nvPr/>
          </p:nvSpPr>
          <p:spPr bwMode="auto">
            <a:xfrm flipV="1">
              <a:off x="2255837" y="2681288"/>
              <a:ext cx="1343025" cy="517525"/>
            </a:xfrm>
            <a:prstGeom prst="line">
              <a:avLst/>
            </a:prstGeom>
            <a:noFill/>
            <a:ln w="28575">
              <a:solidFill>
                <a:srgbClr val="0000FF"/>
              </a:solidFill>
              <a:round/>
              <a:headEnd/>
              <a:tailEnd/>
            </a:ln>
          </p:spPr>
          <p:txBody>
            <a:bodyPr wrap="none" anchor="ctr"/>
            <a:lstStyle/>
            <a:p>
              <a:endParaRPr lang="en-US"/>
            </a:p>
          </p:txBody>
        </p:sp>
        <p:sp>
          <p:nvSpPr>
            <p:cNvPr id="37" name="Line 7"/>
            <p:cNvSpPr>
              <a:spLocks noChangeShapeType="1"/>
            </p:cNvSpPr>
            <p:nvPr/>
          </p:nvSpPr>
          <p:spPr bwMode="auto">
            <a:xfrm flipV="1">
              <a:off x="2255837" y="5737225"/>
              <a:ext cx="1343025" cy="515938"/>
            </a:xfrm>
            <a:prstGeom prst="line">
              <a:avLst/>
            </a:prstGeom>
            <a:noFill/>
            <a:ln w="28575">
              <a:solidFill>
                <a:srgbClr val="0000FF"/>
              </a:solidFill>
              <a:round/>
              <a:headEnd/>
              <a:tailEnd/>
            </a:ln>
          </p:spPr>
          <p:txBody>
            <a:bodyPr wrap="none" anchor="ctr"/>
            <a:lstStyle/>
            <a:p>
              <a:endParaRPr lang="en-US"/>
            </a:p>
          </p:txBody>
        </p:sp>
        <p:sp>
          <p:nvSpPr>
            <p:cNvPr id="38" name="Line 8"/>
            <p:cNvSpPr>
              <a:spLocks noChangeShapeType="1"/>
            </p:cNvSpPr>
            <p:nvPr/>
          </p:nvSpPr>
          <p:spPr bwMode="auto">
            <a:xfrm flipV="1">
              <a:off x="582612" y="5715000"/>
              <a:ext cx="1343025" cy="517525"/>
            </a:xfrm>
            <a:prstGeom prst="line">
              <a:avLst/>
            </a:prstGeom>
            <a:noFill/>
            <a:ln w="9525">
              <a:solidFill>
                <a:srgbClr val="0000FF"/>
              </a:solidFill>
              <a:prstDash val="dash"/>
              <a:round/>
              <a:headEnd/>
              <a:tailEnd/>
            </a:ln>
          </p:spPr>
          <p:txBody>
            <a:bodyPr wrap="none" anchor="ctr"/>
            <a:lstStyle/>
            <a:p>
              <a:endParaRPr lang="en-US"/>
            </a:p>
          </p:txBody>
        </p:sp>
        <p:grpSp>
          <p:nvGrpSpPr>
            <p:cNvPr id="3" name="Group 9"/>
            <p:cNvGrpSpPr>
              <a:grpSpLocks/>
            </p:cNvGrpSpPr>
            <p:nvPr/>
          </p:nvGrpSpPr>
          <p:grpSpPr bwMode="auto">
            <a:xfrm>
              <a:off x="595312" y="2667000"/>
              <a:ext cx="3003550" cy="3606800"/>
              <a:chOff x="1688" y="576"/>
              <a:chExt cx="1892" cy="2272"/>
            </a:xfrm>
          </p:grpSpPr>
          <p:sp>
            <p:nvSpPr>
              <p:cNvPr id="40" name="Line 10"/>
              <p:cNvSpPr>
                <a:spLocks noChangeShapeType="1"/>
              </p:cNvSpPr>
              <p:nvPr/>
            </p:nvSpPr>
            <p:spPr bwMode="auto">
              <a:xfrm>
                <a:off x="3580" y="577"/>
                <a:ext cx="0" cy="1944"/>
              </a:xfrm>
              <a:prstGeom prst="line">
                <a:avLst/>
              </a:prstGeom>
              <a:noFill/>
              <a:ln w="28575">
                <a:solidFill>
                  <a:srgbClr val="FF0066"/>
                </a:solidFill>
                <a:round/>
                <a:headEnd/>
                <a:tailEnd/>
              </a:ln>
            </p:spPr>
            <p:txBody>
              <a:bodyPr wrap="none" anchor="ctr"/>
              <a:lstStyle/>
              <a:p>
                <a:endParaRPr lang="en-US"/>
              </a:p>
            </p:txBody>
          </p:sp>
          <p:sp>
            <p:nvSpPr>
              <p:cNvPr id="41" name="Line 11"/>
              <p:cNvSpPr>
                <a:spLocks noChangeShapeType="1"/>
              </p:cNvSpPr>
              <p:nvPr/>
            </p:nvSpPr>
            <p:spPr bwMode="auto">
              <a:xfrm>
                <a:off x="2528" y="576"/>
                <a:ext cx="0" cy="1872"/>
              </a:xfrm>
              <a:prstGeom prst="line">
                <a:avLst/>
              </a:prstGeom>
              <a:noFill/>
              <a:ln w="9525">
                <a:solidFill>
                  <a:srgbClr val="FF0066"/>
                </a:solidFill>
                <a:prstDash val="dash"/>
                <a:round/>
                <a:headEnd/>
                <a:tailEnd/>
              </a:ln>
            </p:spPr>
            <p:txBody>
              <a:bodyPr/>
              <a:lstStyle/>
              <a:p>
                <a:endParaRPr lang="en-US"/>
              </a:p>
            </p:txBody>
          </p:sp>
          <p:sp>
            <p:nvSpPr>
              <p:cNvPr id="42" name="Line 12"/>
              <p:cNvSpPr>
                <a:spLocks noChangeShapeType="1"/>
              </p:cNvSpPr>
              <p:nvPr/>
            </p:nvSpPr>
            <p:spPr bwMode="auto">
              <a:xfrm>
                <a:off x="1688" y="904"/>
                <a:ext cx="0" cy="1944"/>
              </a:xfrm>
              <a:prstGeom prst="line">
                <a:avLst/>
              </a:prstGeom>
              <a:noFill/>
              <a:ln w="28575">
                <a:solidFill>
                  <a:srgbClr val="FF0066"/>
                </a:solidFill>
                <a:round/>
                <a:headEnd/>
                <a:tailEnd/>
              </a:ln>
            </p:spPr>
            <p:txBody>
              <a:bodyPr wrap="none" anchor="ctr"/>
              <a:lstStyle/>
              <a:p>
                <a:endParaRPr lang="en-US"/>
              </a:p>
            </p:txBody>
          </p:sp>
          <p:sp>
            <p:nvSpPr>
              <p:cNvPr id="43" name="Line 13"/>
              <p:cNvSpPr>
                <a:spLocks noChangeShapeType="1"/>
              </p:cNvSpPr>
              <p:nvPr/>
            </p:nvSpPr>
            <p:spPr bwMode="auto">
              <a:xfrm>
                <a:off x="2736" y="904"/>
                <a:ext cx="0" cy="1944"/>
              </a:xfrm>
              <a:prstGeom prst="line">
                <a:avLst/>
              </a:prstGeom>
              <a:noFill/>
              <a:ln w="28575">
                <a:solidFill>
                  <a:srgbClr val="FF0066"/>
                </a:solidFill>
                <a:round/>
                <a:headEnd/>
                <a:tailEnd/>
              </a:ln>
            </p:spPr>
            <p:txBody>
              <a:bodyPr wrap="none" anchor="ctr"/>
              <a:lstStyle/>
              <a:p>
                <a:endParaRPr lang="en-US"/>
              </a:p>
            </p:txBody>
          </p:sp>
        </p:grpSp>
        <p:grpSp>
          <p:nvGrpSpPr>
            <p:cNvPr id="4" name="Group 14"/>
            <p:cNvGrpSpPr>
              <a:grpSpLocks/>
            </p:cNvGrpSpPr>
            <p:nvPr/>
          </p:nvGrpSpPr>
          <p:grpSpPr bwMode="auto">
            <a:xfrm>
              <a:off x="609600" y="2667000"/>
              <a:ext cx="3021012" cy="3581400"/>
              <a:chOff x="1680" y="576"/>
              <a:chExt cx="1903" cy="2256"/>
            </a:xfrm>
          </p:grpSpPr>
          <p:sp>
            <p:nvSpPr>
              <p:cNvPr id="45" name="Line 15"/>
              <p:cNvSpPr>
                <a:spLocks noChangeShapeType="1"/>
              </p:cNvSpPr>
              <p:nvPr/>
            </p:nvSpPr>
            <p:spPr bwMode="auto">
              <a:xfrm>
                <a:off x="2525" y="2496"/>
                <a:ext cx="1055" cy="0"/>
              </a:xfrm>
              <a:prstGeom prst="line">
                <a:avLst/>
              </a:prstGeom>
              <a:noFill/>
              <a:ln w="9525">
                <a:solidFill>
                  <a:schemeClr val="accent2"/>
                </a:solidFill>
                <a:prstDash val="dash"/>
                <a:round/>
                <a:headEnd/>
                <a:tailEnd/>
              </a:ln>
            </p:spPr>
            <p:txBody>
              <a:bodyPr wrap="none" anchor="ctr"/>
              <a:lstStyle/>
              <a:p>
                <a:endParaRPr lang="en-US"/>
              </a:p>
            </p:txBody>
          </p:sp>
          <p:sp>
            <p:nvSpPr>
              <p:cNvPr id="46" name="Line 16"/>
              <p:cNvSpPr>
                <a:spLocks noChangeShapeType="1"/>
              </p:cNvSpPr>
              <p:nvPr/>
            </p:nvSpPr>
            <p:spPr bwMode="auto">
              <a:xfrm>
                <a:off x="2528" y="576"/>
                <a:ext cx="1055" cy="0"/>
              </a:xfrm>
              <a:prstGeom prst="line">
                <a:avLst/>
              </a:prstGeom>
              <a:noFill/>
              <a:ln w="28575">
                <a:solidFill>
                  <a:schemeClr val="accent2"/>
                </a:solidFill>
                <a:round/>
                <a:headEnd/>
                <a:tailEnd/>
              </a:ln>
            </p:spPr>
            <p:txBody>
              <a:bodyPr wrap="none" anchor="ctr"/>
              <a:lstStyle/>
              <a:p>
                <a:endParaRPr lang="en-US"/>
              </a:p>
            </p:txBody>
          </p:sp>
          <p:sp>
            <p:nvSpPr>
              <p:cNvPr id="47" name="Line 17"/>
              <p:cNvSpPr>
                <a:spLocks noChangeShapeType="1"/>
              </p:cNvSpPr>
              <p:nvPr/>
            </p:nvSpPr>
            <p:spPr bwMode="auto">
              <a:xfrm>
                <a:off x="1680" y="912"/>
                <a:ext cx="1055" cy="0"/>
              </a:xfrm>
              <a:prstGeom prst="line">
                <a:avLst/>
              </a:prstGeom>
              <a:noFill/>
              <a:ln w="28575">
                <a:solidFill>
                  <a:schemeClr val="accent2"/>
                </a:solidFill>
                <a:round/>
                <a:headEnd/>
                <a:tailEnd/>
              </a:ln>
            </p:spPr>
            <p:txBody>
              <a:bodyPr wrap="none" anchor="ctr"/>
              <a:lstStyle/>
              <a:p>
                <a:endParaRPr lang="en-US"/>
              </a:p>
            </p:txBody>
          </p:sp>
          <p:sp>
            <p:nvSpPr>
              <p:cNvPr id="48" name="Line 18"/>
              <p:cNvSpPr>
                <a:spLocks noChangeShapeType="1"/>
              </p:cNvSpPr>
              <p:nvPr/>
            </p:nvSpPr>
            <p:spPr bwMode="auto">
              <a:xfrm>
                <a:off x="1680" y="2832"/>
                <a:ext cx="1055" cy="0"/>
              </a:xfrm>
              <a:prstGeom prst="line">
                <a:avLst/>
              </a:prstGeom>
              <a:noFill/>
              <a:ln w="28575">
                <a:solidFill>
                  <a:schemeClr val="accent2"/>
                </a:solidFill>
                <a:round/>
                <a:headEnd/>
                <a:tailEnd/>
              </a:ln>
            </p:spPr>
            <p:txBody>
              <a:bodyPr wrap="none" anchor="ctr"/>
              <a:lstStyle/>
              <a:p>
                <a:endParaRPr lang="en-US"/>
              </a:p>
            </p:txBody>
          </p:sp>
        </p:grpSp>
        <p:sp>
          <p:nvSpPr>
            <p:cNvPr id="49" name="AutoShape 20"/>
            <p:cNvSpPr>
              <a:spLocks noChangeArrowheads="1"/>
            </p:cNvSpPr>
            <p:nvPr/>
          </p:nvSpPr>
          <p:spPr bwMode="auto">
            <a:xfrm>
              <a:off x="506412" y="6121400"/>
              <a:ext cx="228600" cy="228600"/>
            </a:xfrm>
            <a:prstGeom prst="star16">
              <a:avLst>
                <a:gd name="adj" fmla="val 37500"/>
              </a:avLst>
            </a:prstGeom>
            <a:solidFill>
              <a:srgbClr val="FF0066"/>
            </a:solidFill>
            <a:ln w="9525">
              <a:solidFill>
                <a:srgbClr val="FF0066"/>
              </a:solidFill>
              <a:miter lim="800000"/>
              <a:headEnd/>
              <a:tailEnd/>
            </a:ln>
          </p:spPr>
          <p:txBody>
            <a:bodyPr wrap="none" anchor="ctr"/>
            <a:lstStyle/>
            <a:p>
              <a:endParaRPr lang="ar-IQ"/>
            </a:p>
          </p:txBody>
        </p:sp>
        <p:sp>
          <p:nvSpPr>
            <p:cNvPr id="50" name="AutoShape 21"/>
            <p:cNvSpPr>
              <a:spLocks noChangeArrowheads="1"/>
            </p:cNvSpPr>
            <p:nvPr/>
          </p:nvSpPr>
          <p:spPr bwMode="auto">
            <a:xfrm>
              <a:off x="506412" y="3073400"/>
              <a:ext cx="228600" cy="228600"/>
            </a:xfrm>
            <a:prstGeom prst="star16">
              <a:avLst>
                <a:gd name="adj" fmla="val 37500"/>
              </a:avLst>
            </a:prstGeom>
            <a:solidFill>
              <a:srgbClr val="FF0066"/>
            </a:solidFill>
            <a:ln w="9525">
              <a:solidFill>
                <a:srgbClr val="FF0066"/>
              </a:solidFill>
              <a:miter lim="800000"/>
              <a:headEnd/>
              <a:tailEnd/>
            </a:ln>
          </p:spPr>
          <p:txBody>
            <a:bodyPr wrap="none" anchor="ctr"/>
            <a:lstStyle/>
            <a:p>
              <a:endParaRPr lang="ar-IQ"/>
            </a:p>
          </p:txBody>
        </p:sp>
        <p:sp>
          <p:nvSpPr>
            <p:cNvPr id="51" name="AutoShape 22"/>
            <p:cNvSpPr>
              <a:spLocks noChangeArrowheads="1"/>
            </p:cNvSpPr>
            <p:nvPr/>
          </p:nvSpPr>
          <p:spPr bwMode="auto">
            <a:xfrm>
              <a:off x="1801812" y="2540000"/>
              <a:ext cx="228600" cy="228600"/>
            </a:xfrm>
            <a:prstGeom prst="star16">
              <a:avLst>
                <a:gd name="adj" fmla="val 37500"/>
              </a:avLst>
            </a:prstGeom>
            <a:solidFill>
              <a:srgbClr val="FF0066"/>
            </a:solidFill>
            <a:ln w="9525">
              <a:solidFill>
                <a:srgbClr val="FF0066"/>
              </a:solidFill>
              <a:miter lim="800000"/>
              <a:headEnd/>
              <a:tailEnd/>
            </a:ln>
          </p:spPr>
          <p:txBody>
            <a:bodyPr wrap="none" anchor="ctr"/>
            <a:lstStyle/>
            <a:p>
              <a:endParaRPr lang="ar-IQ"/>
            </a:p>
          </p:txBody>
        </p:sp>
        <p:sp>
          <p:nvSpPr>
            <p:cNvPr id="52" name="AutoShape 23"/>
            <p:cNvSpPr>
              <a:spLocks noChangeArrowheads="1"/>
            </p:cNvSpPr>
            <p:nvPr/>
          </p:nvSpPr>
          <p:spPr bwMode="auto">
            <a:xfrm>
              <a:off x="2144712" y="3098800"/>
              <a:ext cx="228600" cy="228600"/>
            </a:xfrm>
            <a:prstGeom prst="star16">
              <a:avLst>
                <a:gd name="adj" fmla="val 37500"/>
              </a:avLst>
            </a:prstGeom>
            <a:solidFill>
              <a:srgbClr val="FF0066"/>
            </a:solidFill>
            <a:ln w="9525">
              <a:solidFill>
                <a:srgbClr val="FF0066"/>
              </a:solidFill>
              <a:miter lim="800000"/>
              <a:headEnd/>
              <a:tailEnd/>
            </a:ln>
          </p:spPr>
          <p:txBody>
            <a:bodyPr wrap="none" anchor="ctr"/>
            <a:lstStyle/>
            <a:p>
              <a:endParaRPr lang="ar-IQ"/>
            </a:p>
          </p:txBody>
        </p:sp>
        <p:sp>
          <p:nvSpPr>
            <p:cNvPr id="53" name="AutoShape 24"/>
            <p:cNvSpPr>
              <a:spLocks noChangeArrowheads="1"/>
            </p:cNvSpPr>
            <p:nvPr/>
          </p:nvSpPr>
          <p:spPr bwMode="auto">
            <a:xfrm>
              <a:off x="3478212" y="2565400"/>
              <a:ext cx="228600" cy="228600"/>
            </a:xfrm>
            <a:prstGeom prst="star16">
              <a:avLst>
                <a:gd name="adj" fmla="val 37500"/>
              </a:avLst>
            </a:prstGeom>
            <a:solidFill>
              <a:srgbClr val="FF0066"/>
            </a:solidFill>
            <a:ln w="9525">
              <a:solidFill>
                <a:srgbClr val="FF0066"/>
              </a:solidFill>
              <a:miter lim="800000"/>
              <a:headEnd/>
              <a:tailEnd/>
            </a:ln>
          </p:spPr>
          <p:txBody>
            <a:bodyPr wrap="none" anchor="ctr"/>
            <a:lstStyle/>
            <a:p>
              <a:endParaRPr lang="ar-IQ"/>
            </a:p>
          </p:txBody>
        </p:sp>
        <p:sp>
          <p:nvSpPr>
            <p:cNvPr id="54" name="AutoShape 25"/>
            <p:cNvSpPr>
              <a:spLocks noChangeArrowheads="1"/>
            </p:cNvSpPr>
            <p:nvPr/>
          </p:nvSpPr>
          <p:spPr bwMode="auto">
            <a:xfrm>
              <a:off x="2144712" y="6121400"/>
              <a:ext cx="228600" cy="228600"/>
            </a:xfrm>
            <a:prstGeom prst="star16">
              <a:avLst>
                <a:gd name="adj" fmla="val 37500"/>
              </a:avLst>
            </a:prstGeom>
            <a:solidFill>
              <a:srgbClr val="FF0066"/>
            </a:solidFill>
            <a:ln w="9525">
              <a:solidFill>
                <a:srgbClr val="FF0066"/>
              </a:solidFill>
              <a:miter lim="800000"/>
              <a:headEnd/>
              <a:tailEnd/>
            </a:ln>
          </p:spPr>
          <p:txBody>
            <a:bodyPr wrap="none" anchor="ctr"/>
            <a:lstStyle/>
            <a:p>
              <a:endParaRPr lang="ar-IQ"/>
            </a:p>
          </p:txBody>
        </p:sp>
        <p:sp>
          <p:nvSpPr>
            <p:cNvPr id="55" name="AutoShape 26"/>
            <p:cNvSpPr>
              <a:spLocks noChangeArrowheads="1"/>
            </p:cNvSpPr>
            <p:nvPr/>
          </p:nvSpPr>
          <p:spPr bwMode="auto">
            <a:xfrm>
              <a:off x="1801812" y="5588000"/>
              <a:ext cx="228600" cy="228600"/>
            </a:xfrm>
            <a:prstGeom prst="star16">
              <a:avLst>
                <a:gd name="adj" fmla="val 37500"/>
              </a:avLst>
            </a:prstGeom>
            <a:solidFill>
              <a:srgbClr val="FF0066"/>
            </a:solidFill>
            <a:ln w="9525">
              <a:solidFill>
                <a:srgbClr val="FF0066"/>
              </a:solidFill>
              <a:miter lim="800000"/>
              <a:headEnd/>
              <a:tailEnd/>
            </a:ln>
          </p:spPr>
          <p:txBody>
            <a:bodyPr wrap="none" anchor="ctr"/>
            <a:lstStyle/>
            <a:p>
              <a:endParaRPr lang="ar-IQ"/>
            </a:p>
          </p:txBody>
        </p:sp>
        <p:sp>
          <p:nvSpPr>
            <p:cNvPr id="56" name="AutoShape 27"/>
            <p:cNvSpPr>
              <a:spLocks noChangeArrowheads="1"/>
            </p:cNvSpPr>
            <p:nvPr/>
          </p:nvSpPr>
          <p:spPr bwMode="auto">
            <a:xfrm>
              <a:off x="3478212" y="5588000"/>
              <a:ext cx="228600" cy="228600"/>
            </a:xfrm>
            <a:prstGeom prst="star16">
              <a:avLst>
                <a:gd name="adj" fmla="val 37500"/>
              </a:avLst>
            </a:prstGeom>
            <a:solidFill>
              <a:srgbClr val="FF0066"/>
            </a:solidFill>
            <a:ln w="9525">
              <a:solidFill>
                <a:srgbClr val="FF0066"/>
              </a:solidFill>
              <a:miter lim="800000"/>
              <a:headEnd/>
              <a:tailEnd/>
            </a:ln>
          </p:spPr>
          <p:txBody>
            <a:bodyPr wrap="none" anchor="ctr"/>
            <a:lstStyle/>
            <a:p>
              <a:endParaRPr lang="ar-IQ"/>
            </a:p>
          </p:txBody>
        </p:sp>
      </p:grpSp>
      <p:grpSp>
        <p:nvGrpSpPr>
          <p:cNvPr id="7" name="Group 95"/>
          <p:cNvGrpSpPr/>
          <p:nvPr/>
        </p:nvGrpSpPr>
        <p:grpSpPr>
          <a:xfrm>
            <a:off x="5791200" y="2895600"/>
            <a:ext cx="3043238" cy="3606800"/>
            <a:chOff x="5791200" y="2895600"/>
            <a:chExt cx="3043238" cy="3606800"/>
          </a:xfrm>
        </p:grpSpPr>
        <p:sp>
          <p:nvSpPr>
            <p:cNvPr id="75" name="Line 27"/>
            <p:cNvSpPr>
              <a:spLocks noChangeShapeType="1"/>
            </p:cNvSpPr>
            <p:nvPr/>
          </p:nvSpPr>
          <p:spPr bwMode="auto">
            <a:xfrm flipV="1">
              <a:off x="5808663" y="2897188"/>
              <a:ext cx="1343025" cy="517525"/>
            </a:xfrm>
            <a:prstGeom prst="line">
              <a:avLst/>
            </a:prstGeom>
            <a:noFill/>
            <a:ln w="28575">
              <a:solidFill>
                <a:srgbClr val="0000FF"/>
              </a:solidFill>
              <a:round/>
              <a:headEnd/>
              <a:tailEnd/>
            </a:ln>
          </p:spPr>
          <p:txBody>
            <a:bodyPr wrap="none" anchor="ctr"/>
            <a:lstStyle/>
            <a:p>
              <a:endParaRPr lang="en-US"/>
            </a:p>
          </p:txBody>
        </p:sp>
        <p:sp>
          <p:nvSpPr>
            <p:cNvPr id="76" name="Line 29"/>
            <p:cNvSpPr>
              <a:spLocks noChangeShapeType="1"/>
            </p:cNvSpPr>
            <p:nvPr/>
          </p:nvSpPr>
          <p:spPr bwMode="auto">
            <a:xfrm flipV="1">
              <a:off x="7464425" y="5965825"/>
              <a:ext cx="1343025" cy="515938"/>
            </a:xfrm>
            <a:prstGeom prst="line">
              <a:avLst/>
            </a:prstGeom>
            <a:noFill/>
            <a:ln w="28575">
              <a:solidFill>
                <a:srgbClr val="0000FF"/>
              </a:solidFill>
              <a:round/>
              <a:headEnd/>
              <a:tailEnd/>
            </a:ln>
          </p:spPr>
          <p:txBody>
            <a:bodyPr wrap="none" anchor="ctr"/>
            <a:lstStyle/>
            <a:p>
              <a:endParaRPr lang="en-US"/>
            </a:p>
          </p:txBody>
        </p:sp>
        <p:sp>
          <p:nvSpPr>
            <p:cNvPr id="77" name="Line 30"/>
            <p:cNvSpPr>
              <a:spLocks noChangeShapeType="1"/>
            </p:cNvSpPr>
            <p:nvPr/>
          </p:nvSpPr>
          <p:spPr bwMode="auto">
            <a:xfrm flipV="1">
              <a:off x="5791200" y="5943600"/>
              <a:ext cx="1343025" cy="517525"/>
            </a:xfrm>
            <a:prstGeom prst="line">
              <a:avLst/>
            </a:prstGeom>
            <a:noFill/>
            <a:ln w="9525">
              <a:solidFill>
                <a:srgbClr val="0000FF"/>
              </a:solidFill>
              <a:prstDash val="dash"/>
              <a:round/>
              <a:headEnd/>
              <a:tailEnd/>
            </a:ln>
          </p:spPr>
          <p:txBody>
            <a:bodyPr wrap="none" anchor="ctr"/>
            <a:lstStyle/>
            <a:p>
              <a:endParaRPr lang="en-US"/>
            </a:p>
          </p:txBody>
        </p:sp>
        <p:sp>
          <p:nvSpPr>
            <p:cNvPr id="78" name="Line 33"/>
            <p:cNvSpPr>
              <a:spLocks noChangeShapeType="1"/>
            </p:cNvSpPr>
            <p:nvPr/>
          </p:nvSpPr>
          <p:spPr bwMode="auto">
            <a:xfrm>
              <a:off x="7137400" y="2895600"/>
              <a:ext cx="0" cy="2971800"/>
            </a:xfrm>
            <a:prstGeom prst="line">
              <a:avLst/>
            </a:prstGeom>
            <a:noFill/>
            <a:ln w="9525">
              <a:solidFill>
                <a:srgbClr val="FF0066"/>
              </a:solidFill>
              <a:prstDash val="dash"/>
              <a:round/>
              <a:headEnd/>
              <a:tailEnd/>
            </a:ln>
          </p:spPr>
          <p:txBody>
            <a:bodyPr/>
            <a:lstStyle/>
            <a:p>
              <a:endParaRPr lang="en-US"/>
            </a:p>
          </p:txBody>
        </p:sp>
        <p:sp>
          <p:nvSpPr>
            <p:cNvPr id="79" name="Line 34"/>
            <p:cNvSpPr>
              <a:spLocks noChangeShapeType="1"/>
            </p:cNvSpPr>
            <p:nvPr/>
          </p:nvSpPr>
          <p:spPr bwMode="auto">
            <a:xfrm>
              <a:off x="5803900" y="3416300"/>
              <a:ext cx="0" cy="3086100"/>
            </a:xfrm>
            <a:prstGeom prst="line">
              <a:avLst/>
            </a:prstGeom>
            <a:noFill/>
            <a:ln w="28575">
              <a:solidFill>
                <a:srgbClr val="FF0066"/>
              </a:solidFill>
              <a:round/>
              <a:headEnd/>
              <a:tailEnd/>
            </a:ln>
          </p:spPr>
          <p:txBody>
            <a:bodyPr wrap="none" anchor="ctr"/>
            <a:lstStyle/>
            <a:p>
              <a:endParaRPr lang="en-US"/>
            </a:p>
          </p:txBody>
        </p:sp>
        <p:sp>
          <p:nvSpPr>
            <p:cNvPr id="80" name="Line 37"/>
            <p:cNvSpPr>
              <a:spLocks noChangeShapeType="1"/>
            </p:cNvSpPr>
            <p:nvPr/>
          </p:nvSpPr>
          <p:spPr bwMode="auto">
            <a:xfrm>
              <a:off x="7159625" y="5943600"/>
              <a:ext cx="1674813" cy="0"/>
            </a:xfrm>
            <a:prstGeom prst="line">
              <a:avLst/>
            </a:prstGeom>
            <a:noFill/>
            <a:ln w="9525">
              <a:solidFill>
                <a:schemeClr val="accent2"/>
              </a:solidFill>
              <a:prstDash val="dash"/>
              <a:round/>
              <a:headEnd/>
              <a:tailEnd/>
            </a:ln>
          </p:spPr>
          <p:txBody>
            <a:bodyPr wrap="none" anchor="ctr"/>
            <a:lstStyle/>
            <a:p>
              <a:endParaRPr lang="en-US"/>
            </a:p>
          </p:txBody>
        </p:sp>
        <p:sp>
          <p:nvSpPr>
            <p:cNvPr id="81" name="Line 40"/>
            <p:cNvSpPr>
              <a:spLocks noChangeShapeType="1"/>
            </p:cNvSpPr>
            <p:nvPr/>
          </p:nvSpPr>
          <p:spPr bwMode="auto">
            <a:xfrm>
              <a:off x="5818188" y="6477000"/>
              <a:ext cx="1674812" cy="0"/>
            </a:xfrm>
            <a:prstGeom prst="line">
              <a:avLst/>
            </a:prstGeom>
            <a:noFill/>
            <a:ln w="28575">
              <a:solidFill>
                <a:schemeClr val="accent2"/>
              </a:solidFill>
              <a:round/>
              <a:headEnd/>
              <a:tailEnd/>
            </a:ln>
          </p:spPr>
          <p:txBody>
            <a:bodyPr wrap="none" anchor="ctr"/>
            <a:lstStyle/>
            <a:p>
              <a:endParaRPr lang="en-US"/>
            </a:p>
          </p:txBody>
        </p:sp>
      </p:grpSp>
      <p:sp>
        <p:nvSpPr>
          <p:cNvPr id="82" name="Line 41"/>
          <p:cNvSpPr>
            <a:spLocks noChangeShapeType="1"/>
          </p:cNvSpPr>
          <p:nvPr/>
        </p:nvSpPr>
        <p:spPr bwMode="auto">
          <a:xfrm flipV="1">
            <a:off x="7391400" y="4419600"/>
            <a:ext cx="0" cy="1752600"/>
          </a:xfrm>
          <a:prstGeom prst="line">
            <a:avLst/>
          </a:prstGeom>
          <a:noFill/>
          <a:ln w="38100">
            <a:solidFill>
              <a:schemeClr val="accent2"/>
            </a:solidFill>
            <a:prstDash val="dash"/>
            <a:round/>
            <a:headEnd/>
            <a:tailEnd/>
          </a:ln>
        </p:spPr>
        <p:txBody>
          <a:bodyPr/>
          <a:lstStyle/>
          <a:p>
            <a:endParaRPr lang="en-US"/>
          </a:p>
        </p:txBody>
      </p:sp>
      <p:sp>
        <p:nvSpPr>
          <p:cNvPr id="83" name="Line 42"/>
          <p:cNvSpPr>
            <a:spLocks noChangeShapeType="1"/>
          </p:cNvSpPr>
          <p:nvPr/>
        </p:nvSpPr>
        <p:spPr bwMode="auto">
          <a:xfrm flipH="1">
            <a:off x="6324600" y="4419600"/>
            <a:ext cx="1066800" cy="0"/>
          </a:xfrm>
          <a:prstGeom prst="line">
            <a:avLst/>
          </a:prstGeom>
          <a:noFill/>
          <a:ln w="57150">
            <a:solidFill>
              <a:schemeClr val="accent2"/>
            </a:solidFill>
            <a:prstDash val="sysDot"/>
            <a:round/>
            <a:headEnd/>
            <a:tailEnd/>
          </a:ln>
        </p:spPr>
        <p:txBody>
          <a:bodyPr/>
          <a:lstStyle/>
          <a:p>
            <a:endParaRPr lang="en-US"/>
          </a:p>
        </p:txBody>
      </p:sp>
      <p:sp>
        <p:nvSpPr>
          <p:cNvPr id="84" name="Freeform 43"/>
          <p:cNvSpPr>
            <a:spLocks/>
          </p:cNvSpPr>
          <p:nvPr/>
        </p:nvSpPr>
        <p:spPr bwMode="auto">
          <a:xfrm>
            <a:off x="6997700" y="4419600"/>
            <a:ext cx="393700" cy="393700"/>
          </a:xfrm>
          <a:custGeom>
            <a:avLst/>
            <a:gdLst>
              <a:gd name="T0" fmla="*/ 2147483647 w 248"/>
              <a:gd name="T1" fmla="*/ 0 h 248"/>
              <a:gd name="T2" fmla="*/ 2147483647 w 248"/>
              <a:gd name="T3" fmla="*/ 2147483647 h 248"/>
              <a:gd name="T4" fmla="*/ 2147483647 w 248"/>
              <a:gd name="T5" fmla="*/ 2147483647 h 248"/>
              <a:gd name="T6" fmla="*/ 2147483647 w 248"/>
              <a:gd name="T7" fmla="*/ 2147483647 h 248"/>
              <a:gd name="T8" fmla="*/ 2147483647 w 248"/>
              <a:gd name="T9" fmla="*/ 2147483647 h 248"/>
              <a:gd name="T10" fmla="*/ 0 60000 65536"/>
              <a:gd name="T11" fmla="*/ 0 60000 65536"/>
              <a:gd name="T12" fmla="*/ 0 60000 65536"/>
              <a:gd name="T13" fmla="*/ 0 60000 65536"/>
              <a:gd name="T14" fmla="*/ 0 60000 65536"/>
              <a:gd name="T15" fmla="*/ 0 w 248"/>
              <a:gd name="T16" fmla="*/ 0 h 248"/>
              <a:gd name="T17" fmla="*/ 248 w 248"/>
              <a:gd name="T18" fmla="*/ 248 h 248"/>
            </a:gdLst>
            <a:ahLst/>
            <a:cxnLst>
              <a:cxn ang="T10">
                <a:pos x="T0" y="T1"/>
              </a:cxn>
              <a:cxn ang="T11">
                <a:pos x="T2" y="T3"/>
              </a:cxn>
              <a:cxn ang="T12">
                <a:pos x="T4" y="T5"/>
              </a:cxn>
              <a:cxn ang="T13">
                <a:pos x="T6" y="T7"/>
              </a:cxn>
              <a:cxn ang="T14">
                <a:pos x="T8" y="T9"/>
              </a:cxn>
            </a:cxnLst>
            <a:rect l="T15" t="T16" r="T17" b="T18"/>
            <a:pathLst>
              <a:path w="248" h="248">
                <a:moveTo>
                  <a:pt x="8" y="0"/>
                </a:moveTo>
                <a:cubicBezTo>
                  <a:pt x="4" y="32"/>
                  <a:pt x="0" y="64"/>
                  <a:pt x="8" y="96"/>
                </a:cubicBezTo>
                <a:cubicBezTo>
                  <a:pt x="16" y="128"/>
                  <a:pt x="32" y="168"/>
                  <a:pt x="56" y="192"/>
                </a:cubicBezTo>
                <a:cubicBezTo>
                  <a:pt x="80" y="216"/>
                  <a:pt x="120" y="232"/>
                  <a:pt x="152" y="240"/>
                </a:cubicBezTo>
                <a:cubicBezTo>
                  <a:pt x="184" y="248"/>
                  <a:pt x="232" y="240"/>
                  <a:pt x="248" y="240"/>
                </a:cubicBezTo>
              </a:path>
            </a:pathLst>
          </a:custGeom>
          <a:noFill/>
          <a:ln w="57150">
            <a:solidFill>
              <a:srgbClr val="FF6600"/>
            </a:solidFill>
            <a:round/>
            <a:headEnd/>
            <a:tailEnd/>
          </a:ln>
        </p:spPr>
        <p:txBody>
          <a:bodyPr/>
          <a:lstStyle/>
          <a:p>
            <a:endParaRPr lang="ar-IQ"/>
          </a:p>
        </p:txBody>
      </p:sp>
      <p:grpSp>
        <p:nvGrpSpPr>
          <p:cNvPr id="8" name="Group 48"/>
          <p:cNvGrpSpPr>
            <a:grpSpLocks/>
          </p:cNvGrpSpPr>
          <p:nvPr/>
        </p:nvGrpSpPr>
        <p:grpSpPr bwMode="auto">
          <a:xfrm>
            <a:off x="7239004" y="3200400"/>
            <a:ext cx="1295401" cy="1371600"/>
            <a:chOff x="3840" y="1344"/>
            <a:chExt cx="816" cy="864"/>
          </a:xfrm>
        </p:grpSpPr>
        <p:sp>
          <p:nvSpPr>
            <p:cNvPr id="86" name="Line 44"/>
            <p:cNvSpPr>
              <a:spLocks noChangeShapeType="1"/>
            </p:cNvSpPr>
            <p:nvPr/>
          </p:nvSpPr>
          <p:spPr bwMode="auto">
            <a:xfrm flipH="1">
              <a:off x="3840" y="1728"/>
              <a:ext cx="336" cy="480"/>
            </a:xfrm>
            <a:prstGeom prst="line">
              <a:avLst/>
            </a:prstGeom>
            <a:noFill/>
            <a:ln w="9525">
              <a:solidFill>
                <a:srgbClr val="FF6600"/>
              </a:solidFill>
              <a:round/>
              <a:headEnd/>
              <a:tailEnd type="triangle" w="med" len="med"/>
            </a:ln>
          </p:spPr>
          <p:txBody>
            <a:bodyPr/>
            <a:lstStyle/>
            <a:p>
              <a:endParaRPr lang="en-US"/>
            </a:p>
          </p:txBody>
        </p:sp>
        <p:sp>
          <p:nvSpPr>
            <p:cNvPr id="87" name="Rectangle 45"/>
            <p:cNvSpPr>
              <a:spLocks noChangeArrowheads="1"/>
            </p:cNvSpPr>
            <p:nvPr/>
          </p:nvSpPr>
          <p:spPr bwMode="auto">
            <a:xfrm>
              <a:off x="3869" y="1344"/>
              <a:ext cx="787" cy="407"/>
            </a:xfrm>
            <a:prstGeom prst="rect">
              <a:avLst/>
            </a:prstGeom>
            <a:noFill/>
            <a:ln w="9525">
              <a:noFill/>
              <a:miter lim="800000"/>
              <a:headEnd/>
              <a:tailEnd/>
            </a:ln>
          </p:spPr>
          <p:txBody>
            <a:bodyPr wrap="none">
              <a:spAutoFit/>
            </a:bodyPr>
            <a:lstStyle/>
            <a:p>
              <a:r>
                <a:rPr lang="en-US" sz="1800" dirty="0">
                  <a:solidFill>
                    <a:srgbClr val="FF6600"/>
                  </a:solidFill>
                </a:rPr>
                <a:t>Interfacial </a:t>
              </a:r>
              <a:endParaRPr lang="en-US" sz="1800" dirty="0" smtClean="0">
                <a:solidFill>
                  <a:srgbClr val="FF6600"/>
                </a:solidFill>
              </a:endParaRPr>
            </a:p>
            <a:p>
              <a:r>
                <a:rPr lang="en-US" sz="1800" dirty="0" smtClean="0">
                  <a:solidFill>
                    <a:srgbClr val="FF6600"/>
                  </a:solidFill>
                </a:rPr>
                <a:t>Angle</a:t>
              </a:r>
              <a:endParaRPr lang="en-US" sz="1800" dirty="0">
                <a:solidFill>
                  <a:srgbClr val="FF6600"/>
                </a:solidFill>
              </a:endParaRPr>
            </a:p>
          </p:txBody>
        </p:sp>
      </p:grpSp>
      <p:grpSp>
        <p:nvGrpSpPr>
          <p:cNvPr id="9" name="Group 94"/>
          <p:cNvGrpSpPr/>
          <p:nvPr/>
        </p:nvGrpSpPr>
        <p:grpSpPr>
          <a:xfrm>
            <a:off x="3352800" y="1066800"/>
            <a:ext cx="5410200" cy="4938713"/>
            <a:chOff x="3352800" y="1066800"/>
            <a:chExt cx="5410200" cy="4938713"/>
          </a:xfrm>
        </p:grpSpPr>
        <p:grpSp>
          <p:nvGrpSpPr>
            <p:cNvPr id="10" name="Group 93"/>
            <p:cNvGrpSpPr/>
            <p:nvPr/>
          </p:nvGrpSpPr>
          <p:grpSpPr>
            <a:xfrm>
              <a:off x="3429000" y="1066800"/>
              <a:ext cx="5334000" cy="4572001"/>
              <a:chOff x="3429000" y="1066800"/>
              <a:chExt cx="5334000" cy="4572001"/>
            </a:xfrm>
          </p:grpSpPr>
          <p:sp>
            <p:nvSpPr>
              <p:cNvPr id="57" name="Rectangle 56"/>
              <p:cNvSpPr/>
              <p:nvPr/>
            </p:nvSpPr>
            <p:spPr>
              <a:xfrm>
                <a:off x="4191000" y="1066800"/>
                <a:ext cx="4572000" cy="1723805"/>
              </a:xfrm>
              <a:prstGeom prst="rect">
                <a:avLst/>
              </a:prstGeom>
            </p:spPr>
            <p:txBody>
              <a:bodyPr>
                <a:spAutoFit/>
              </a:bodyPr>
              <a:lstStyle/>
              <a:p>
                <a:pPr>
                  <a:lnSpc>
                    <a:spcPct val="120000"/>
                  </a:lnSpc>
                  <a:spcBef>
                    <a:spcPts val="0"/>
                  </a:spcBef>
                </a:pPr>
                <a:r>
                  <a:rPr lang="en-US" dirty="0" smtClean="0">
                    <a:solidFill>
                      <a:srgbClr val="FF6600"/>
                    </a:solidFill>
                  </a:rPr>
                  <a:t>Interfacial Angle: </a:t>
                </a:r>
                <a:r>
                  <a:rPr lang="en-US" dirty="0" smtClean="0">
                    <a:solidFill>
                      <a:srgbClr val="0000FF"/>
                    </a:solidFill>
                  </a:rPr>
                  <a:t>It is angle between two adjacent faces.</a:t>
                </a:r>
              </a:p>
              <a:p>
                <a:pPr>
                  <a:lnSpc>
                    <a:spcPct val="120000"/>
                  </a:lnSpc>
                  <a:spcBef>
                    <a:spcPts val="0"/>
                  </a:spcBef>
                </a:pPr>
                <a:r>
                  <a:rPr lang="en-US" dirty="0" smtClean="0">
                    <a:solidFill>
                      <a:srgbClr val="0000FF"/>
                    </a:solidFill>
                  </a:rPr>
                  <a:t>More accurately it is angle locates between two verticals drawn to any two adjacent faces.</a:t>
                </a:r>
                <a:endParaRPr lang="en-US" dirty="0">
                  <a:solidFill>
                    <a:srgbClr val="0000FF"/>
                  </a:solidFill>
                </a:endParaRPr>
              </a:p>
            </p:txBody>
          </p:sp>
          <p:grpSp>
            <p:nvGrpSpPr>
              <p:cNvPr id="11" name="Group 91"/>
              <p:cNvGrpSpPr/>
              <p:nvPr/>
            </p:nvGrpSpPr>
            <p:grpSpPr>
              <a:xfrm>
                <a:off x="3429000" y="3128347"/>
                <a:ext cx="2032000" cy="2510454"/>
                <a:chOff x="4038600" y="2794000"/>
                <a:chExt cx="3048000" cy="3968136"/>
              </a:xfrm>
            </p:grpSpPr>
            <p:sp>
              <p:nvSpPr>
                <p:cNvPr id="58" name="Line 10"/>
                <p:cNvSpPr>
                  <a:spLocks noChangeShapeType="1"/>
                </p:cNvSpPr>
                <p:nvPr/>
              </p:nvSpPr>
              <p:spPr bwMode="auto">
                <a:xfrm flipV="1">
                  <a:off x="4056063" y="2795588"/>
                  <a:ext cx="1343025" cy="517525"/>
                </a:xfrm>
                <a:prstGeom prst="line">
                  <a:avLst/>
                </a:prstGeom>
                <a:noFill/>
                <a:ln w="28575">
                  <a:solidFill>
                    <a:srgbClr val="0000FF"/>
                  </a:solidFill>
                  <a:round/>
                  <a:headEnd/>
                  <a:tailEnd/>
                </a:ln>
              </p:spPr>
              <p:txBody>
                <a:bodyPr wrap="none" anchor="ctr"/>
                <a:lstStyle/>
                <a:p>
                  <a:endParaRPr lang="en-US"/>
                </a:p>
              </p:txBody>
            </p:sp>
            <p:sp>
              <p:nvSpPr>
                <p:cNvPr id="59" name="Line 11"/>
                <p:cNvSpPr>
                  <a:spLocks noChangeShapeType="1"/>
                </p:cNvSpPr>
                <p:nvPr/>
              </p:nvSpPr>
              <p:spPr bwMode="auto">
                <a:xfrm flipV="1">
                  <a:off x="5711825" y="2808288"/>
                  <a:ext cx="1343025" cy="517525"/>
                </a:xfrm>
                <a:prstGeom prst="line">
                  <a:avLst/>
                </a:prstGeom>
                <a:noFill/>
                <a:ln w="28575">
                  <a:solidFill>
                    <a:srgbClr val="0000FF"/>
                  </a:solidFill>
                  <a:round/>
                  <a:headEnd/>
                  <a:tailEnd/>
                </a:ln>
              </p:spPr>
              <p:txBody>
                <a:bodyPr wrap="none" anchor="ctr"/>
                <a:lstStyle/>
                <a:p>
                  <a:endParaRPr lang="en-US"/>
                </a:p>
              </p:txBody>
            </p:sp>
            <p:sp>
              <p:nvSpPr>
                <p:cNvPr id="60" name="Line 12"/>
                <p:cNvSpPr>
                  <a:spLocks noChangeShapeType="1"/>
                </p:cNvSpPr>
                <p:nvPr/>
              </p:nvSpPr>
              <p:spPr bwMode="auto">
                <a:xfrm flipV="1">
                  <a:off x="5711825" y="5864225"/>
                  <a:ext cx="1343025" cy="515938"/>
                </a:xfrm>
                <a:prstGeom prst="line">
                  <a:avLst/>
                </a:prstGeom>
                <a:noFill/>
                <a:ln w="28575">
                  <a:solidFill>
                    <a:srgbClr val="0000FF"/>
                  </a:solidFill>
                  <a:round/>
                  <a:headEnd/>
                  <a:tailEnd/>
                </a:ln>
              </p:spPr>
              <p:txBody>
                <a:bodyPr wrap="none" anchor="ctr"/>
                <a:lstStyle/>
                <a:p>
                  <a:endParaRPr lang="en-US"/>
                </a:p>
              </p:txBody>
            </p:sp>
            <p:sp>
              <p:nvSpPr>
                <p:cNvPr id="61" name="Line 13"/>
                <p:cNvSpPr>
                  <a:spLocks noChangeShapeType="1"/>
                </p:cNvSpPr>
                <p:nvPr/>
              </p:nvSpPr>
              <p:spPr bwMode="auto">
                <a:xfrm flipV="1">
                  <a:off x="4038600" y="5842000"/>
                  <a:ext cx="1343025" cy="517525"/>
                </a:xfrm>
                <a:prstGeom prst="line">
                  <a:avLst/>
                </a:prstGeom>
                <a:noFill/>
                <a:ln w="9525">
                  <a:solidFill>
                    <a:srgbClr val="0000FF"/>
                  </a:solidFill>
                  <a:prstDash val="dash"/>
                  <a:round/>
                  <a:headEnd/>
                  <a:tailEnd/>
                </a:ln>
              </p:spPr>
              <p:txBody>
                <a:bodyPr wrap="none" anchor="ctr"/>
                <a:lstStyle/>
                <a:p>
                  <a:endParaRPr lang="en-US"/>
                </a:p>
              </p:txBody>
            </p:sp>
            <p:grpSp>
              <p:nvGrpSpPr>
                <p:cNvPr id="12" name="Group 14"/>
                <p:cNvGrpSpPr>
                  <a:grpSpLocks/>
                </p:cNvGrpSpPr>
                <p:nvPr/>
              </p:nvGrpSpPr>
              <p:grpSpPr bwMode="auto">
                <a:xfrm>
                  <a:off x="4051300" y="2794000"/>
                  <a:ext cx="3003550" cy="3606800"/>
                  <a:chOff x="1688" y="576"/>
                  <a:chExt cx="1892" cy="2272"/>
                </a:xfrm>
              </p:grpSpPr>
              <p:sp>
                <p:nvSpPr>
                  <p:cNvPr id="63" name="Line 15"/>
                  <p:cNvSpPr>
                    <a:spLocks noChangeShapeType="1"/>
                  </p:cNvSpPr>
                  <p:nvPr/>
                </p:nvSpPr>
                <p:spPr bwMode="auto">
                  <a:xfrm>
                    <a:off x="3580" y="577"/>
                    <a:ext cx="0" cy="1944"/>
                  </a:xfrm>
                  <a:prstGeom prst="line">
                    <a:avLst/>
                  </a:prstGeom>
                  <a:noFill/>
                  <a:ln w="28575">
                    <a:solidFill>
                      <a:srgbClr val="FF0066"/>
                    </a:solidFill>
                    <a:round/>
                    <a:headEnd/>
                    <a:tailEnd/>
                  </a:ln>
                </p:spPr>
                <p:txBody>
                  <a:bodyPr wrap="none" anchor="ctr"/>
                  <a:lstStyle/>
                  <a:p>
                    <a:endParaRPr lang="en-US"/>
                  </a:p>
                </p:txBody>
              </p:sp>
              <p:sp>
                <p:nvSpPr>
                  <p:cNvPr id="64" name="Line 16"/>
                  <p:cNvSpPr>
                    <a:spLocks noChangeShapeType="1"/>
                  </p:cNvSpPr>
                  <p:nvPr/>
                </p:nvSpPr>
                <p:spPr bwMode="auto">
                  <a:xfrm>
                    <a:off x="2528" y="576"/>
                    <a:ext cx="0" cy="1872"/>
                  </a:xfrm>
                  <a:prstGeom prst="line">
                    <a:avLst/>
                  </a:prstGeom>
                  <a:noFill/>
                  <a:ln w="9525">
                    <a:solidFill>
                      <a:srgbClr val="FF0066"/>
                    </a:solidFill>
                    <a:prstDash val="dash"/>
                    <a:round/>
                    <a:headEnd/>
                    <a:tailEnd/>
                  </a:ln>
                </p:spPr>
                <p:txBody>
                  <a:bodyPr/>
                  <a:lstStyle/>
                  <a:p>
                    <a:endParaRPr lang="en-US"/>
                  </a:p>
                </p:txBody>
              </p:sp>
              <p:sp>
                <p:nvSpPr>
                  <p:cNvPr id="65" name="Line 17"/>
                  <p:cNvSpPr>
                    <a:spLocks noChangeShapeType="1"/>
                  </p:cNvSpPr>
                  <p:nvPr/>
                </p:nvSpPr>
                <p:spPr bwMode="auto">
                  <a:xfrm>
                    <a:off x="1688" y="904"/>
                    <a:ext cx="0" cy="1944"/>
                  </a:xfrm>
                  <a:prstGeom prst="line">
                    <a:avLst/>
                  </a:prstGeom>
                  <a:noFill/>
                  <a:ln w="28575">
                    <a:solidFill>
                      <a:srgbClr val="FF0066"/>
                    </a:solidFill>
                    <a:round/>
                    <a:headEnd/>
                    <a:tailEnd/>
                  </a:ln>
                </p:spPr>
                <p:txBody>
                  <a:bodyPr wrap="none" anchor="ctr"/>
                  <a:lstStyle/>
                  <a:p>
                    <a:endParaRPr lang="en-US"/>
                  </a:p>
                </p:txBody>
              </p:sp>
              <p:sp>
                <p:nvSpPr>
                  <p:cNvPr id="66" name="Line 18"/>
                  <p:cNvSpPr>
                    <a:spLocks noChangeShapeType="1"/>
                  </p:cNvSpPr>
                  <p:nvPr/>
                </p:nvSpPr>
                <p:spPr bwMode="auto">
                  <a:xfrm>
                    <a:off x="2736" y="904"/>
                    <a:ext cx="0" cy="1944"/>
                  </a:xfrm>
                  <a:prstGeom prst="line">
                    <a:avLst/>
                  </a:prstGeom>
                  <a:noFill/>
                  <a:ln w="28575">
                    <a:solidFill>
                      <a:srgbClr val="FF0066"/>
                    </a:solidFill>
                    <a:round/>
                    <a:headEnd/>
                    <a:tailEnd/>
                  </a:ln>
                </p:spPr>
                <p:txBody>
                  <a:bodyPr wrap="none" anchor="ctr"/>
                  <a:lstStyle/>
                  <a:p>
                    <a:endParaRPr lang="en-US"/>
                  </a:p>
                </p:txBody>
              </p:sp>
            </p:grpSp>
            <p:grpSp>
              <p:nvGrpSpPr>
                <p:cNvPr id="13" name="Group 19"/>
                <p:cNvGrpSpPr>
                  <a:grpSpLocks/>
                </p:cNvGrpSpPr>
                <p:nvPr/>
              </p:nvGrpSpPr>
              <p:grpSpPr bwMode="auto">
                <a:xfrm>
                  <a:off x="4065588" y="2794000"/>
                  <a:ext cx="3021012" cy="3581400"/>
                  <a:chOff x="1680" y="576"/>
                  <a:chExt cx="1903" cy="2256"/>
                </a:xfrm>
              </p:grpSpPr>
              <p:sp>
                <p:nvSpPr>
                  <p:cNvPr id="68" name="Line 20"/>
                  <p:cNvSpPr>
                    <a:spLocks noChangeShapeType="1"/>
                  </p:cNvSpPr>
                  <p:nvPr/>
                </p:nvSpPr>
                <p:spPr bwMode="auto">
                  <a:xfrm>
                    <a:off x="2525" y="2496"/>
                    <a:ext cx="1055" cy="0"/>
                  </a:xfrm>
                  <a:prstGeom prst="line">
                    <a:avLst/>
                  </a:prstGeom>
                  <a:noFill/>
                  <a:ln w="9525">
                    <a:solidFill>
                      <a:schemeClr val="accent2"/>
                    </a:solidFill>
                    <a:prstDash val="dash"/>
                    <a:round/>
                    <a:headEnd/>
                    <a:tailEnd/>
                  </a:ln>
                </p:spPr>
                <p:txBody>
                  <a:bodyPr wrap="none" anchor="ctr"/>
                  <a:lstStyle/>
                  <a:p>
                    <a:endParaRPr lang="en-US"/>
                  </a:p>
                </p:txBody>
              </p:sp>
              <p:sp>
                <p:nvSpPr>
                  <p:cNvPr id="69" name="Line 21"/>
                  <p:cNvSpPr>
                    <a:spLocks noChangeShapeType="1"/>
                  </p:cNvSpPr>
                  <p:nvPr/>
                </p:nvSpPr>
                <p:spPr bwMode="auto">
                  <a:xfrm>
                    <a:off x="2528" y="576"/>
                    <a:ext cx="1055" cy="0"/>
                  </a:xfrm>
                  <a:prstGeom prst="line">
                    <a:avLst/>
                  </a:prstGeom>
                  <a:noFill/>
                  <a:ln w="28575">
                    <a:solidFill>
                      <a:schemeClr val="accent2"/>
                    </a:solidFill>
                    <a:round/>
                    <a:headEnd/>
                    <a:tailEnd/>
                  </a:ln>
                </p:spPr>
                <p:txBody>
                  <a:bodyPr wrap="none" anchor="ctr"/>
                  <a:lstStyle/>
                  <a:p>
                    <a:endParaRPr lang="en-US"/>
                  </a:p>
                </p:txBody>
              </p:sp>
              <p:sp>
                <p:nvSpPr>
                  <p:cNvPr id="70" name="Line 22"/>
                  <p:cNvSpPr>
                    <a:spLocks noChangeShapeType="1"/>
                  </p:cNvSpPr>
                  <p:nvPr/>
                </p:nvSpPr>
                <p:spPr bwMode="auto">
                  <a:xfrm>
                    <a:off x="1680" y="912"/>
                    <a:ext cx="1055" cy="0"/>
                  </a:xfrm>
                  <a:prstGeom prst="line">
                    <a:avLst/>
                  </a:prstGeom>
                  <a:noFill/>
                  <a:ln w="28575">
                    <a:solidFill>
                      <a:schemeClr val="accent2"/>
                    </a:solidFill>
                    <a:round/>
                    <a:headEnd/>
                    <a:tailEnd/>
                  </a:ln>
                </p:spPr>
                <p:txBody>
                  <a:bodyPr wrap="none" anchor="ctr"/>
                  <a:lstStyle/>
                  <a:p>
                    <a:endParaRPr lang="en-US"/>
                  </a:p>
                </p:txBody>
              </p:sp>
              <p:sp>
                <p:nvSpPr>
                  <p:cNvPr id="71" name="Line 23"/>
                  <p:cNvSpPr>
                    <a:spLocks noChangeShapeType="1"/>
                  </p:cNvSpPr>
                  <p:nvPr/>
                </p:nvSpPr>
                <p:spPr bwMode="auto">
                  <a:xfrm>
                    <a:off x="1680" y="2832"/>
                    <a:ext cx="1055" cy="0"/>
                  </a:xfrm>
                  <a:prstGeom prst="line">
                    <a:avLst/>
                  </a:prstGeom>
                  <a:noFill/>
                  <a:ln w="28575">
                    <a:solidFill>
                      <a:schemeClr val="accent2"/>
                    </a:solidFill>
                    <a:round/>
                    <a:headEnd/>
                    <a:tailEnd/>
                  </a:ln>
                </p:spPr>
                <p:txBody>
                  <a:bodyPr wrap="none" anchor="ctr"/>
                  <a:lstStyle/>
                  <a:p>
                    <a:endParaRPr lang="en-US"/>
                  </a:p>
                </p:txBody>
              </p:sp>
            </p:grpSp>
            <p:sp>
              <p:nvSpPr>
                <p:cNvPr id="72" name="Line 24"/>
                <p:cNvSpPr>
                  <a:spLocks noChangeShapeType="1"/>
                </p:cNvSpPr>
                <p:nvPr/>
              </p:nvSpPr>
              <p:spPr bwMode="auto">
                <a:xfrm>
                  <a:off x="5486400" y="3048000"/>
                  <a:ext cx="0" cy="1676400"/>
                </a:xfrm>
                <a:prstGeom prst="line">
                  <a:avLst/>
                </a:prstGeom>
                <a:noFill/>
                <a:ln w="57150">
                  <a:solidFill>
                    <a:schemeClr val="bg2"/>
                  </a:solidFill>
                  <a:prstDash val="dash"/>
                  <a:round/>
                  <a:headEnd/>
                  <a:tailEnd/>
                </a:ln>
              </p:spPr>
              <p:txBody>
                <a:bodyPr/>
                <a:lstStyle/>
                <a:p>
                  <a:endParaRPr lang="en-US"/>
                </a:p>
              </p:txBody>
            </p:sp>
            <p:sp>
              <p:nvSpPr>
                <p:cNvPr id="73" name="Line 25"/>
                <p:cNvSpPr>
                  <a:spLocks noChangeShapeType="1"/>
                </p:cNvSpPr>
                <p:nvPr/>
              </p:nvSpPr>
              <p:spPr bwMode="auto">
                <a:xfrm>
                  <a:off x="4724400" y="4648200"/>
                  <a:ext cx="762000" cy="76200"/>
                </a:xfrm>
                <a:prstGeom prst="line">
                  <a:avLst/>
                </a:prstGeom>
                <a:noFill/>
                <a:ln w="57150">
                  <a:solidFill>
                    <a:schemeClr val="bg2"/>
                  </a:solidFill>
                  <a:prstDash val="dash"/>
                  <a:round/>
                  <a:headEnd/>
                  <a:tailEnd/>
                </a:ln>
              </p:spPr>
              <p:txBody>
                <a:bodyPr/>
                <a:lstStyle/>
                <a:p>
                  <a:endParaRPr lang="en-US"/>
                </a:p>
              </p:txBody>
            </p:sp>
            <p:sp>
              <p:nvSpPr>
                <p:cNvPr id="74" name="Freeform 26"/>
                <p:cNvSpPr>
                  <a:spLocks/>
                </p:cNvSpPr>
                <p:nvPr/>
              </p:nvSpPr>
              <p:spPr bwMode="auto">
                <a:xfrm>
                  <a:off x="5105400" y="4267200"/>
                  <a:ext cx="381000" cy="457200"/>
                </a:xfrm>
                <a:custGeom>
                  <a:avLst/>
                  <a:gdLst>
                    <a:gd name="T0" fmla="*/ 2147483647 w 240"/>
                    <a:gd name="T1" fmla="*/ 0 h 288"/>
                    <a:gd name="T2" fmla="*/ 2147483647 w 240"/>
                    <a:gd name="T3" fmla="*/ 2147483647 h 288"/>
                    <a:gd name="T4" fmla="*/ 2147483647 w 240"/>
                    <a:gd name="T5" fmla="*/ 2147483647 h 288"/>
                    <a:gd name="T6" fmla="*/ 0 w 240"/>
                    <a:gd name="T7" fmla="*/ 2147483647 h 288"/>
                    <a:gd name="T8" fmla="*/ 0 60000 65536"/>
                    <a:gd name="T9" fmla="*/ 0 60000 65536"/>
                    <a:gd name="T10" fmla="*/ 0 60000 65536"/>
                    <a:gd name="T11" fmla="*/ 0 60000 65536"/>
                    <a:gd name="T12" fmla="*/ 0 w 240"/>
                    <a:gd name="T13" fmla="*/ 0 h 288"/>
                    <a:gd name="T14" fmla="*/ 240 w 240"/>
                    <a:gd name="T15" fmla="*/ 288 h 288"/>
                  </a:gdLst>
                  <a:ahLst/>
                  <a:cxnLst>
                    <a:cxn ang="T8">
                      <a:pos x="T0" y="T1"/>
                    </a:cxn>
                    <a:cxn ang="T9">
                      <a:pos x="T2" y="T3"/>
                    </a:cxn>
                    <a:cxn ang="T10">
                      <a:pos x="T4" y="T5"/>
                    </a:cxn>
                    <a:cxn ang="T11">
                      <a:pos x="T6" y="T7"/>
                    </a:cxn>
                  </a:cxnLst>
                  <a:rect l="T12" t="T13" r="T14" b="T15"/>
                  <a:pathLst>
                    <a:path w="240" h="288">
                      <a:moveTo>
                        <a:pt x="240" y="0"/>
                      </a:moveTo>
                      <a:cubicBezTo>
                        <a:pt x="184" y="16"/>
                        <a:pt x="128" y="32"/>
                        <a:pt x="96" y="48"/>
                      </a:cubicBezTo>
                      <a:cubicBezTo>
                        <a:pt x="64" y="64"/>
                        <a:pt x="64" y="56"/>
                        <a:pt x="48" y="96"/>
                      </a:cubicBezTo>
                      <a:cubicBezTo>
                        <a:pt x="32" y="136"/>
                        <a:pt x="8" y="256"/>
                        <a:pt x="0" y="288"/>
                      </a:cubicBezTo>
                    </a:path>
                  </a:pathLst>
                </a:custGeom>
                <a:noFill/>
                <a:ln w="57150">
                  <a:solidFill>
                    <a:schemeClr val="accent2"/>
                  </a:solidFill>
                  <a:round/>
                  <a:headEnd/>
                  <a:tailEnd/>
                </a:ln>
              </p:spPr>
              <p:txBody>
                <a:bodyPr/>
                <a:lstStyle/>
                <a:p>
                  <a:endParaRPr lang="ar-IQ"/>
                </a:p>
              </p:txBody>
            </p:sp>
            <p:sp>
              <p:nvSpPr>
                <p:cNvPr id="88" name="Line 46"/>
                <p:cNvSpPr>
                  <a:spLocks noChangeShapeType="1"/>
                </p:cNvSpPr>
                <p:nvPr/>
              </p:nvSpPr>
              <p:spPr bwMode="auto">
                <a:xfrm flipV="1">
                  <a:off x="4724400" y="4343401"/>
                  <a:ext cx="533400" cy="2418735"/>
                </a:xfrm>
                <a:prstGeom prst="line">
                  <a:avLst/>
                </a:prstGeom>
                <a:noFill/>
                <a:ln w="9525">
                  <a:solidFill>
                    <a:srgbClr val="FF6600"/>
                  </a:solidFill>
                  <a:round/>
                  <a:headEnd/>
                  <a:tailEnd type="triangle" w="med" len="med"/>
                </a:ln>
              </p:spPr>
              <p:txBody>
                <a:bodyPr/>
                <a:lstStyle/>
                <a:p>
                  <a:endParaRPr lang="en-US"/>
                </a:p>
              </p:txBody>
            </p:sp>
          </p:grpSp>
        </p:grpSp>
        <p:sp>
          <p:nvSpPr>
            <p:cNvPr id="89" name="Rectangle 47"/>
            <p:cNvSpPr>
              <a:spLocks noChangeArrowheads="1"/>
            </p:cNvSpPr>
            <p:nvPr/>
          </p:nvSpPr>
          <p:spPr bwMode="auto">
            <a:xfrm>
              <a:off x="3352800" y="5638800"/>
              <a:ext cx="1835150" cy="366713"/>
            </a:xfrm>
            <a:prstGeom prst="rect">
              <a:avLst/>
            </a:prstGeom>
            <a:noFill/>
            <a:ln w="9525">
              <a:noFill/>
              <a:miter lim="800000"/>
              <a:headEnd/>
              <a:tailEnd/>
            </a:ln>
          </p:spPr>
          <p:txBody>
            <a:bodyPr wrap="none">
              <a:spAutoFit/>
            </a:bodyPr>
            <a:lstStyle/>
            <a:p>
              <a:r>
                <a:rPr lang="en-US" sz="1800" dirty="0">
                  <a:solidFill>
                    <a:srgbClr val="FF6600"/>
                  </a:solidFill>
                </a:rPr>
                <a:t>Interfacial Angle</a:t>
              </a:r>
            </a:p>
          </p:txBody>
        </p:sp>
      </p:grpSp>
      <p:sp>
        <p:nvSpPr>
          <p:cNvPr id="93" name="Text Box 28"/>
          <p:cNvSpPr txBox="1">
            <a:spLocks noChangeArrowheads="1"/>
          </p:cNvSpPr>
          <p:nvPr/>
        </p:nvSpPr>
        <p:spPr bwMode="auto">
          <a:xfrm>
            <a:off x="0" y="5562600"/>
            <a:ext cx="3048000" cy="830997"/>
          </a:xfrm>
          <a:prstGeom prst="rect">
            <a:avLst/>
          </a:prstGeom>
          <a:noFill/>
          <a:ln w="9525">
            <a:noFill/>
            <a:miter lim="800000"/>
            <a:headEnd/>
            <a:tailEnd/>
          </a:ln>
        </p:spPr>
        <p:txBody>
          <a:bodyPr wrap="square">
            <a:spAutoFit/>
          </a:bodyPr>
          <a:lstStyle/>
          <a:p>
            <a:pPr>
              <a:spcBef>
                <a:spcPct val="50000"/>
              </a:spcBef>
            </a:pPr>
            <a:r>
              <a:rPr lang="en-US" sz="2400" dirty="0">
                <a:solidFill>
                  <a:srgbClr val="0000FF"/>
                </a:solidFill>
              </a:rPr>
              <a:t>4 + 4 = 8 Solid angle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83"/>
                                        </p:tgtEl>
                                        <p:attrNameLst>
                                          <p:attrName>style.visibility</p:attrName>
                                        </p:attrNameLst>
                                      </p:cBhvr>
                                      <p:to>
                                        <p:strVal val="visible"/>
                                      </p:to>
                                    </p:set>
                                    <p:anim calcmode="lin" valueType="num">
                                      <p:cBhvr additive="base">
                                        <p:cTn id="15" dur="500" fill="hold"/>
                                        <p:tgtEl>
                                          <p:spTgt spid="83"/>
                                        </p:tgtEl>
                                        <p:attrNameLst>
                                          <p:attrName>ppt_x</p:attrName>
                                        </p:attrNameLst>
                                      </p:cBhvr>
                                      <p:tavLst>
                                        <p:tav tm="0">
                                          <p:val>
                                            <p:strVal val="#ppt_x"/>
                                          </p:val>
                                        </p:tav>
                                        <p:tav tm="100000">
                                          <p:val>
                                            <p:strVal val="#ppt_x"/>
                                          </p:val>
                                        </p:tav>
                                      </p:tavLst>
                                    </p:anim>
                                    <p:anim calcmode="lin" valueType="num">
                                      <p:cBhvr additive="base">
                                        <p:cTn id="16"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2"/>
                                        </p:tgtEl>
                                        <p:attrNameLst>
                                          <p:attrName>style.visibility</p:attrName>
                                        </p:attrNameLst>
                                      </p:cBhvr>
                                      <p:to>
                                        <p:strVal val="visible"/>
                                      </p:to>
                                    </p:set>
                                    <p:anim calcmode="lin" valueType="num">
                                      <p:cBhvr additive="base">
                                        <p:cTn id="21" dur="500" fill="hold"/>
                                        <p:tgtEl>
                                          <p:spTgt spid="82"/>
                                        </p:tgtEl>
                                        <p:attrNameLst>
                                          <p:attrName>ppt_x</p:attrName>
                                        </p:attrNameLst>
                                      </p:cBhvr>
                                      <p:tavLst>
                                        <p:tav tm="0">
                                          <p:val>
                                            <p:strVal val="#ppt_x"/>
                                          </p:val>
                                        </p:tav>
                                        <p:tav tm="100000">
                                          <p:val>
                                            <p:strVal val="#ppt_x"/>
                                          </p:val>
                                        </p:tav>
                                      </p:tavLst>
                                    </p:anim>
                                    <p:anim calcmode="lin" valueType="num">
                                      <p:cBhvr additive="base">
                                        <p:cTn id="22"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4"/>
                                        </p:tgtEl>
                                        <p:attrNameLst>
                                          <p:attrName>style.visibility</p:attrName>
                                        </p:attrNameLst>
                                      </p:cBhvr>
                                      <p:to>
                                        <p:strVal val="visible"/>
                                      </p:to>
                                    </p:set>
                                    <p:anim calcmode="lin" valueType="num">
                                      <p:cBhvr additive="base">
                                        <p:cTn id="27" dur="500" fill="hold"/>
                                        <p:tgtEl>
                                          <p:spTgt spid="84"/>
                                        </p:tgtEl>
                                        <p:attrNameLst>
                                          <p:attrName>ppt_x</p:attrName>
                                        </p:attrNameLst>
                                      </p:cBhvr>
                                      <p:tavLst>
                                        <p:tav tm="0">
                                          <p:val>
                                            <p:strVal val="#ppt_x"/>
                                          </p:val>
                                        </p:tav>
                                        <p:tav tm="100000">
                                          <p:val>
                                            <p:strVal val="#ppt_x"/>
                                          </p:val>
                                        </p:tav>
                                      </p:tavLst>
                                    </p:anim>
                                    <p:anim calcmode="lin" valueType="num">
                                      <p:cBhvr additive="base">
                                        <p:cTn id="28"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P spid="84"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0516" name="Rectangle 4"/>
          <p:cNvSpPr>
            <a:spLocks noChangeArrowheads="1"/>
          </p:cNvSpPr>
          <p:nvPr/>
        </p:nvSpPr>
        <p:spPr bwMode="auto">
          <a:xfrm>
            <a:off x="381000" y="1066800"/>
            <a:ext cx="8229600" cy="2573012"/>
          </a:xfrm>
          <a:prstGeom prst="rect">
            <a:avLst/>
          </a:prstGeom>
          <a:noFill/>
          <a:ln w="9525">
            <a:noFill/>
            <a:miter lim="800000"/>
            <a:headEnd/>
            <a:tailEnd/>
          </a:ln>
          <a:effectLst/>
        </p:spPr>
        <p:txBody>
          <a:bodyPr anchor="ctr">
            <a:spAutoFit/>
          </a:bodyPr>
          <a:lstStyle/>
          <a:p>
            <a:pPr marL="463550" indent="-463550" algn="justLow">
              <a:lnSpc>
                <a:spcPct val="120000"/>
              </a:lnSpc>
              <a:spcAft>
                <a:spcPts val="1200"/>
              </a:spcAft>
              <a:buFont typeface="Wingdings" pitchFamily="2" charset="2"/>
              <a:buChar char="Ø"/>
              <a:defRPr/>
            </a:pPr>
            <a:r>
              <a:rPr lang="en-US" dirty="0" smtClean="0">
                <a:solidFill>
                  <a:srgbClr val="000066"/>
                </a:solidFill>
                <a:latin typeface="+mj-lt"/>
              </a:rPr>
              <a:t>Any </a:t>
            </a:r>
            <a:r>
              <a:rPr lang="en-US" dirty="0">
                <a:solidFill>
                  <a:srgbClr val="000066"/>
                </a:solidFill>
                <a:latin typeface="+mj-lt"/>
              </a:rPr>
              <a:t>grouping of crystal faces </a:t>
            </a:r>
            <a:r>
              <a:rPr lang="en-US" dirty="0" smtClean="0">
                <a:solidFill>
                  <a:srgbClr val="000066"/>
                </a:solidFill>
                <a:latin typeface="+mj-lt"/>
              </a:rPr>
              <a:t>that </a:t>
            </a:r>
            <a:r>
              <a:rPr lang="en-US" dirty="0">
                <a:solidFill>
                  <a:srgbClr val="000066"/>
                </a:solidFill>
                <a:latin typeface="+mj-lt"/>
              </a:rPr>
              <a:t>are arranged in the same symmetry is referred to as a crystal's </a:t>
            </a:r>
            <a:r>
              <a:rPr lang="en-US" dirty="0" smtClean="0">
                <a:solidFill>
                  <a:srgbClr val="000066"/>
                </a:solidFill>
                <a:latin typeface="+mj-lt"/>
              </a:rPr>
              <a:t>“Form”. There are approximately 48 unique crystal forms which are divided into either</a:t>
            </a:r>
          </a:p>
          <a:p>
            <a:pPr marL="914400" indent="-463550" algn="justLow">
              <a:lnSpc>
                <a:spcPct val="120000"/>
              </a:lnSpc>
              <a:spcAft>
                <a:spcPts val="0"/>
              </a:spcAft>
              <a:buFont typeface="Arial" pitchFamily="34" charset="0"/>
              <a:buChar char="•"/>
              <a:defRPr/>
            </a:pPr>
            <a:r>
              <a:rPr lang="en-US" dirty="0" smtClean="0">
                <a:solidFill>
                  <a:srgbClr val="FF0000"/>
                </a:solidFill>
                <a:latin typeface="+mj-lt"/>
              </a:rPr>
              <a:t>Open Form </a:t>
            </a:r>
          </a:p>
          <a:p>
            <a:pPr marL="914400" indent="-463550" algn="justLow">
              <a:lnSpc>
                <a:spcPct val="120000"/>
              </a:lnSpc>
              <a:spcAft>
                <a:spcPts val="0"/>
              </a:spcAft>
              <a:buFont typeface="Arial" pitchFamily="34" charset="0"/>
              <a:buChar char="•"/>
              <a:defRPr/>
            </a:pPr>
            <a:r>
              <a:rPr lang="en-US" dirty="0" smtClean="0">
                <a:solidFill>
                  <a:srgbClr val="003399"/>
                </a:solidFill>
                <a:latin typeface="+mj-lt"/>
              </a:rPr>
              <a:t>Closed Isometric Form </a:t>
            </a:r>
            <a:r>
              <a:rPr lang="en-US" dirty="0">
                <a:solidFill>
                  <a:srgbClr val="C00000"/>
                </a:solidFill>
                <a:latin typeface="+mj-lt"/>
              </a:rPr>
              <a:t>or </a:t>
            </a:r>
            <a:endParaRPr lang="en-US" dirty="0" smtClean="0">
              <a:solidFill>
                <a:srgbClr val="C00000"/>
              </a:solidFill>
              <a:latin typeface="+mj-lt"/>
            </a:endParaRPr>
          </a:p>
          <a:p>
            <a:pPr marL="914400" indent="-463550" algn="justLow">
              <a:lnSpc>
                <a:spcPct val="120000"/>
              </a:lnSpc>
              <a:buFont typeface="Arial" pitchFamily="34" charset="0"/>
              <a:buChar char="•"/>
              <a:defRPr/>
            </a:pPr>
            <a:r>
              <a:rPr lang="en-US" dirty="0" smtClean="0">
                <a:solidFill>
                  <a:srgbClr val="00B050"/>
                </a:solidFill>
                <a:latin typeface="+mj-lt"/>
              </a:rPr>
              <a:t>Closed non-Isometric Form</a:t>
            </a:r>
            <a:endParaRPr lang="en-US" dirty="0">
              <a:solidFill>
                <a:srgbClr val="00B050"/>
              </a:solidFill>
              <a:latin typeface="+mj-lt"/>
            </a:endParaRPr>
          </a:p>
        </p:txBody>
      </p:sp>
      <p:sp>
        <p:nvSpPr>
          <p:cNvPr id="5" name="Text Box 2"/>
          <p:cNvSpPr txBox="1">
            <a:spLocks noChangeArrowheads="1"/>
          </p:cNvSpPr>
          <p:nvPr/>
        </p:nvSpPr>
        <p:spPr bwMode="auto">
          <a:xfrm>
            <a:off x="3124200" y="381000"/>
            <a:ext cx="2819400" cy="553998"/>
          </a:xfrm>
          <a:prstGeom prst="rect">
            <a:avLst/>
          </a:prstGeom>
          <a:noFill/>
          <a:ln w="9525">
            <a:noFill/>
            <a:miter lim="800000"/>
            <a:headEnd/>
            <a:tailEnd/>
          </a:ln>
        </p:spPr>
        <p:txBody>
          <a:bodyPr wrap="square">
            <a:spAutoFit/>
          </a:bodyPr>
          <a:lstStyle/>
          <a:p>
            <a:pPr algn="l">
              <a:spcBef>
                <a:spcPct val="50000"/>
              </a:spcBef>
              <a:defRPr/>
            </a:pPr>
            <a:r>
              <a:rPr lang="en-US" sz="30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Crystal Forms</a:t>
            </a:r>
            <a:endParaRPr lang="en-US" sz="30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endParaRPr>
          </a:p>
        </p:txBody>
      </p:sp>
      <p:grpSp>
        <p:nvGrpSpPr>
          <p:cNvPr id="2" name="Group 8"/>
          <p:cNvGrpSpPr/>
          <p:nvPr/>
        </p:nvGrpSpPr>
        <p:grpSpPr>
          <a:xfrm>
            <a:off x="533400" y="3962400"/>
            <a:ext cx="8229600" cy="2031528"/>
            <a:chOff x="533400" y="3962400"/>
            <a:chExt cx="8229600" cy="2031528"/>
          </a:xfrm>
        </p:grpSpPr>
        <p:sp>
          <p:nvSpPr>
            <p:cNvPr id="7" name="Rectangle 6"/>
            <p:cNvSpPr/>
            <p:nvPr/>
          </p:nvSpPr>
          <p:spPr>
            <a:xfrm>
              <a:off x="533400" y="4572000"/>
              <a:ext cx="8229600" cy="1421928"/>
            </a:xfrm>
            <a:prstGeom prst="rect">
              <a:avLst/>
            </a:prstGeom>
          </p:spPr>
          <p:txBody>
            <a:bodyPr wrap="square">
              <a:spAutoFit/>
            </a:bodyPr>
            <a:lstStyle/>
            <a:p>
              <a:pPr algn="just">
                <a:lnSpc>
                  <a:spcPct val="120000"/>
                </a:lnSpc>
                <a:spcBef>
                  <a:spcPts val="300"/>
                </a:spcBef>
                <a:spcAft>
                  <a:spcPts val="300"/>
                </a:spcAft>
                <a:defRPr/>
              </a:pPr>
              <a:r>
                <a:rPr lang="en-US" dirty="0" smtClean="0">
                  <a:solidFill>
                    <a:srgbClr val="000066"/>
                  </a:solidFill>
                  <a:latin typeface="+mj-lt"/>
                </a:rPr>
                <a:t>The </a:t>
              </a:r>
              <a:r>
                <a:rPr lang="en-US" dirty="0" smtClean="0">
                  <a:solidFill>
                    <a:srgbClr val="C00000"/>
                  </a:solidFill>
                  <a:latin typeface="+mj-lt"/>
                </a:rPr>
                <a:t>eighteen open-forms </a:t>
              </a:r>
              <a:r>
                <a:rPr lang="en-US" dirty="0" smtClean="0">
                  <a:solidFill>
                    <a:srgbClr val="000066"/>
                  </a:solidFill>
                  <a:latin typeface="+mj-lt"/>
                </a:rPr>
                <a:t>are those facet groupings that are related by symmetry, but do not completely enclose a volume of space. A crystal with open-form faces also requires some additional closed-form facets to complete a structure. </a:t>
              </a:r>
              <a:endParaRPr lang="en-US" dirty="0">
                <a:solidFill>
                  <a:srgbClr val="000066"/>
                </a:solidFill>
                <a:latin typeface="+mj-lt"/>
              </a:endParaRPr>
            </a:p>
          </p:txBody>
        </p:sp>
        <p:sp>
          <p:nvSpPr>
            <p:cNvPr id="8" name="Rectangle 5"/>
            <p:cNvSpPr>
              <a:spLocks noChangeArrowheads="1"/>
            </p:cNvSpPr>
            <p:nvPr/>
          </p:nvSpPr>
          <p:spPr bwMode="auto">
            <a:xfrm>
              <a:off x="3657600" y="3962400"/>
              <a:ext cx="1828800" cy="369332"/>
            </a:xfrm>
            <a:prstGeom prst="rect">
              <a:avLst/>
            </a:prstGeom>
            <a:noFill/>
            <a:ln w="9525">
              <a:noFill/>
              <a:miter lim="800000"/>
              <a:headEnd/>
              <a:tailEnd/>
            </a:ln>
            <a:effectLst/>
          </p:spPr>
          <p:txBody>
            <a:bodyPr wrap="square" lIns="0" tIns="0" rIns="0" bIns="0" anchor="ctr">
              <a:spAutoFit/>
            </a:bodyPr>
            <a:lstStyle/>
            <a:p>
              <a:pPr algn="just">
                <a:spcBef>
                  <a:spcPts val="300"/>
                </a:spcBef>
                <a:spcAft>
                  <a:spcPts val="300"/>
                </a:spcAft>
                <a:defRPr/>
              </a:pPr>
              <a:r>
                <a:rPr lang="en-US" sz="2400" b="1" dirty="0" smtClean="0">
                  <a:solidFill>
                    <a:srgbClr val="000066"/>
                  </a:solidFill>
                  <a:effectLst>
                    <a:outerShdw blurRad="38100" dist="38100" dir="2700000" algn="tl">
                      <a:srgbClr val="C0C0C0"/>
                    </a:outerShdw>
                  </a:effectLst>
                  <a:latin typeface="Times New Roman" pitchFamily="18" charset="0"/>
                </a:rPr>
                <a:t>Open Forms</a:t>
              </a:r>
              <a:endParaRPr lang="en-US" sz="2400" b="1" dirty="0">
                <a:solidFill>
                  <a:srgbClr val="000066"/>
                </a:solidFill>
                <a:effectLst>
                  <a:outerShdw blurRad="38100" dist="38100" dir="2700000" algn="tl">
                    <a:srgbClr val="C0C0C0"/>
                  </a:outerShdw>
                </a:effectLst>
                <a:latin typeface="Times New Roman"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2667000" y="381000"/>
            <a:ext cx="4267200" cy="553998"/>
          </a:xfrm>
          <a:prstGeom prst="rect">
            <a:avLst/>
          </a:prstGeom>
          <a:noFill/>
          <a:ln w="9525">
            <a:noFill/>
            <a:miter lim="800000"/>
            <a:headEnd/>
            <a:tailEnd/>
          </a:ln>
        </p:spPr>
        <p:txBody>
          <a:bodyPr wrap="square">
            <a:spAutoFit/>
          </a:bodyPr>
          <a:lstStyle/>
          <a:p>
            <a:pPr algn="l">
              <a:spcBef>
                <a:spcPct val="50000"/>
              </a:spcBef>
              <a:defRPr/>
            </a:pPr>
            <a:r>
              <a:rPr lang="en-US" sz="30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Crystal “Open” Forms</a:t>
            </a:r>
            <a:endParaRPr lang="en-US" sz="30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endParaRPr>
          </a:p>
        </p:txBody>
      </p:sp>
      <p:grpSp>
        <p:nvGrpSpPr>
          <p:cNvPr id="2" name="Group 10"/>
          <p:cNvGrpSpPr/>
          <p:nvPr/>
        </p:nvGrpSpPr>
        <p:grpSpPr>
          <a:xfrm>
            <a:off x="381000" y="1219200"/>
            <a:ext cx="8534400" cy="5168920"/>
            <a:chOff x="381000" y="1219200"/>
            <a:chExt cx="8534400" cy="5168920"/>
          </a:xfrm>
        </p:grpSpPr>
        <p:pic>
          <p:nvPicPr>
            <p:cNvPr id="320519" name="Picture 7" descr="Crystal Forms - Open Forms"/>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3400" y="1219200"/>
              <a:ext cx="8153400" cy="1766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Rectangle 5"/>
            <p:cNvSpPr/>
            <p:nvPr/>
          </p:nvSpPr>
          <p:spPr>
            <a:xfrm>
              <a:off x="381000" y="2971800"/>
              <a:ext cx="1447800" cy="2716256"/>
            </a:xfrm>
            <a:prstGeom prst="rect">
              <a:avLst/>
            </a:prstGeom>
          </p:spPr>
          <p:txBody>
            <a:bodyPr wrap="square">
              <a:spAutoFit/>
            </a:bodyPr>
            <a:lstStyle/>
            <a:p>
              <a:pPr>
                <a:lnSpc>
                  <a:spcPct val="120000"/>
                </a:lnSpc>
              </a:pPr>
              <a:r>
                <a:rPr lang="en-US" dirty="0" smtClean="0">
                  <a:solidFill>
                    <a:srgbClr val="000066"/>
                  </a:solidFill>
                  <a:latin typeface="+mj-lt"/>
                </a:rPr>
                <a:t>Flat face that is not parallel, or geometrically linked to any other faces</a:t>
              </a:r>
              <a:endParaRPr lang="en-US" dirty="0">
                <a:latin typeface="+mj-lt"/>
              </a:endParaRPr>
            </a:p>
          </p:txBody>
        </p:sp>
        <p:sp>
          <p:nvSpPr>
            <p:cNvPr id="7" name="Rectangle 6"/>
            <p:cNvSpPr/>
            <p:nvPr/>
          </p:nvSpPr>
          <p:spPr>
            <a:xfrm>
              <a:off x="2133600" y="2971800"/>
              <a:ext cx="1076633" cy="2051459"/>
            </a:xfrm>
            <a:prstGeom prst="rect">
              <a:avLst/>
            </a:prstGeom>
          </p:spPr>
          <p:txBody>
            <a:bodyPr wrap="square">
              <a:spAutoFit/>
            </a:bodyPr>
            <a:lstStyle/>
            <a:p>
              <a:pPr>
                <a:lnSpc>
                  <a:spcPct val="120000"/>
                </a:lnSpc>
              </a:pPr>
              <a:r>
                <a:rPr lang="en-US" dirty="0" smtClean="0">
                  <a:solidFill>
                    <a:srgbClr val="000066"/>
                  </a:solidFill>
                  <a:latin typeface="+mj-lt"/>
                </a:rPr>
                <a:t>Two parallel faces, forming tabular crystals</a:t>
              </a:r>
              <a:endParaRPr lang="en-US" dirty="0">
                <a:latin typeface="+mj-lt"/>
              </a:endParaRPr>
            </a:p>
          </p:txBody>
        </p:sp>
        <p:sp>
          <p:nvSpPr>
            <p:cNvPr id="8" name="Rectangle 7"/>
            <p:cNvSpPr/>
            <p:nvPr/>
          </p:nvSpPr>
          <p:spPr>
            <a:xfrm>
              <a:off x="3657600" y="3048000"/>
              <a:ext cx="1447800" cy="2051459"/>
            </a:xfrm>
            <a:prstGeom prst="rect">
              <a:avLst/>
            </a:prstGeom>
          </p:spPr>
          <p:txBody>
            <a:bodyPr wrap="square">
              <a:spAutoFit/>
            </a:bodyPr>
            <a:lstStyle/>
            <a:p>
              <a:pPr>
                <a:lnSpc>
                  <a:spcPct val="120000"/>
                </a:lnSpc>
              </a:pPr>
              <a:r>
                <a:rPr lang="en-US" dirty="0" smtClean="0">
                  <a:solidFill>
                    <a:srgbClr val="000066"/>
                  </a:solidFill>
                  <a:latin typeface="+mj-lt"/>
                </a:rPr>
                <a:t>Found in </a:t>
              </a:r>
              <a:r>
                <a:rPr lang="en-US" i="1" dirty="0" smtClean="0">
                  <a:solidFill>
                    <a:srgbClr val="000066"/>
                  </a:solidFill>
                  <a:latin typeface="+mj-lt"/>
                </a:rPr>
                <a:t>monoclinic</a:t>
              </a:r>
              <a:r>
                <a:rPr lang="en-US" dirty="0" smtClean="0">
                  <a:solidFill>
                    <a:srgbClr val="000066"/>
                  </a:solidFill>
                  <a:latin typeface="+mj-lt"/>
                </a:rPr>
                <a:t> and </a:t>
              </a:r>
              <a:r>
                <a:rPr lang="en-US" i="1" dirty="0" smtClean="0">
                  <a:solidFill>
                    <a:srgbClr val="000066"/>
                  </a:solidFill>
                  <a:latin typeface="+mj-lt"/>
                </a:rPr>
                <a:t>orthorhombic</a:t>
              </a:r>
              <a:r>
                <a:rPr lang="en-US" dirty="0" smtClean="0">
                  <a:solidFill>
                    <a:srgbClr val="000066"/>
                  </a:solidFill>
                  <a:latin typeface="+mj-lt"/>
                </a:rPr>
                <a:t> crystals</a:t>
              </a:r>
              <a:endParaRPr lang="en-US" dirty="0">
                <a:latin typeface="+mj-lt"/>
              </a:endParaRPr>
            </a:p>
          </p:txBody>
        </p:sp>
        <p:sp>
          <p:nvSpPr>
            <p:cNvPr id="9" name="Rectangle 8"/>
            <p:cNvSpPr/>
            <p:nvPr/>
          </p:nvSpPr>
          <p:spPr>
            <a:xfrm>
              <a:off x="5486400" y="3048000"/>
              <a:ext cx="1295400" cy="1200329"/>
            </a:xfrm>
            <a:prstGeom prst="rect">
              <a:avLst/>
            </a:prstGeom>
          </p:spPr>
          <p:txBody>
            <a:bodyPr wrap="square">
              <a:spAutoFit/>
            </a:bodyPr>
            <a:lstStyle/>
            <a:p>
              <a:r>
                <a:rPr lang="en-US" dirty="0" smtClean="0">
                  <a:solidFill>
                    <a:srgbClr val="000066"/>
                  </a:solidFill>
                  <a:latin typeface="+mj-lt"/>
                </a:rPr>
                <a:t>Have two-fold rotational axes </a:t>
              </a:r>
              <a:endParaRPr lang="en-US" dirty="0">
                <a:latin typeface="+mj-lt"/>
              </a:endParaRPr>
            </a:p>
          </p:txBody>
        </p:sp>
        <p:sp>
          <p:nvSpPr>
            <p:cNvPr id="10" name="Rectangle 9"/>
            <p:cNvSpPr/>
            <p:nvPr/>
          </p:nvSpPr>
          <p:spPr>
            <a:xfrm>
              <a:off x="6781800" y="2971800"/>
              <a:ext cx="2133600" cy="3416320"/>
            </a:xfrm>
            <a:prstGeom prst="rect">
              <a:avLst/>
            </a:prstGeom>
          </p:spPr>
          <p:txBody>
            <a:bodyPr wrap="square">
              <a:spAutoFit/>
            </a:bodyPr>
            <a:lstStyle/>
            <a:p>
              <a:r>
                <a:rPr lang="en-US" dirty="0" smtClean="0">
                  <a:solidFill>
                    <a:srgbClr val="000066"/>
                  </a:solidFill>
                  <a:latin typeface="+mj-lt"/>
                </a:rPr>
                <a:t>Multiple facets converge on a single crystallographic axis, and pyramid forms are not possible on minerals from the </a:t>
              </a:r>
              <a:r>
                <a:rPr lang="en-US" i="1" dirty="0" smtClean="0">
                  <a:solidFill>
                    <a:srgbClr val="000066"/>
                  </a:solidFill>
                  <a:latin typeface="+mj-lt"/>
                </a:rPr>
                <a:t>isometric</a:t>
              </a:r>
              <a:r>
                <a:rPr lang="en-US" dirty="0" smtClean="0">
                  <a:solidFill>
                    <a:srgbClr val="000066"/>
                  </a:solidFill>
                  <a:latin typeface="+mj-lt"/>
                </a:rPr>
                <a:t>, </a:t>
              </a:r>
              <a:r>
                <a:rPr lang="en-US" i="1" dirty="0" smtClean="0">
                  <a:solidFill>
                    <a:srgbClr val="000066"/>
                  </a:solidFill>
                  <a:latin typeface="+mj-lt"/>
                </a:rPr>
                <a:t>monoclinic</a:t>
              </a:r>
              <a:r>
                <a:rPr lang="en-US" dirty="0" smtClean="0">
                  <a:solidFill>
                    <a:srgbClr val="000066"/>
                  </a:solidFill>
                  <a:latin typeface="+mj-lt"/>
                </a:rPr>
                <a:t> or </a:t>
              </a:r>
              <a:r>
                <a:rPr lang="en-US" i="1" dirty="0" smtClean="0">
                  <a:solidFill>
                    <a:srgbClr val="000066"/>
                  </a:solidFill>
                  <a:latin typeface="+mj-lt"/>
                </a:rPr>
                <a:t>triclinic</a:t>
              </a:r>
              <a:r>
                <a:rPr lang="en-US" dirty="0" smtClean="0">
                  <a:solidFill>
                    <a:srgbClr val="000066"/>
                  </a:solidFill>
                  <a:latin typeface="+mj-lt"/>
                </a:rPr>
                <a:t> systems</a:t>
              </a:r>
              <a:endParaRPr lang="en-US" dirty="0">
                <a:latin typeface="+mj-lt"/>
              </a:endParaRPr>
            </a:p>
          </p:txBody>
        </p:sp>
      </p:gr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8D55D99-82BA-41E8-8F75-66B2724DAFB0}" type="slidenum">
              <a:rPr lang="en-US" smtClean="0"/>
              <a:pPr>
                <a:defRPr/>
              </a:pPr>
              <a:t>32</a:t>
            </a:fld>
            <a:endParaRPr lang="en-US"/>
          </a:p>
        </p:txBody>
      </p:sp>
      <p:pic>
        <p:nvPicPr>
          <p:cNvPr id="125954" name="Picture 2" descr="https://www.tulane.edu/~sanelson/images/bar-1.gif"/>
          <p:cNvPicPr>
            <a:picLocks noChangeAspect="1" noChangeArrowheads="1"/>
          </p:cNvPicPr>
          <p:nvPr/>
        </p:nvPicPr>
        <p:blipFill>
          <a:blip r:embed="rId2"/>
          <a:srcRect/>
          <a:stretch>
            <a:fillRect/>
          </a:stretch>
        </p:blipFill>
        <p:spPr bwMode="auto">
          <a:xfrm>
            <a:off x="8923338" y="-136525"/>
            <a:ext cx="76200" cy="123825"/>
          </a:xfrm>
          <a:prstGeom prst="rect">
            <a:avLst/>
          </a:prstGeom>
          <a:noFill/>
        </p:spPr>
      </p:pic>
      <p:pic>
        <p:nvPicPr>
          <p:cNvPr id="125955" name="Picture 3" descr="https://www.tulane.edu/~sanelson/images/bar-1.gif"/>
          <p:cNvPicPr>
            <a:picLocks noChangeAspect="1" noChangeArrowheads="1"/>
          </p:cNvPicPr>
          <p:nvPr/>
        </p:nvPicPr>
        <p:blipFill>
          <a:blip r:embed="rId2"/>
          <a:srcRect/>
          <a:stretch>
            <a:fillRect/>
          </a:stretch>
        </p:blipFill>
        <p:spPr bwMode="auto">
          <a:xfrm>
            <a:off x="12118975" y="-136525"/>
            <a:ext cx="76200" cy="123825"/>
          </a:xfrm>
          <a:prstGeom prst="rect">
            <a:avLst/>
          </a:prstGeom>
          <a:noFill/>
        </p:spPr>
      </p:pic>
      <p:sp>
        <p:nvSpPr>
          <p:cNvPr id="9" name="Rectangle 8"/>
          <p:cNvSpPr/>
          <p:nvPr/>
        </p:nvSpPr>
        <p:spPr>
          <a:xfrm>
            <a:off x="609600" y="914400"/>
            <a:ext cx="8077200" cy="1754326"/>
          </a:xfrm>
          <a:prstGeom prst="rect">
            <a:avLst/>
          </a:prstGeom>
        </p:spPr>
        <p:txBody>
          <a:bodyPr wrap="square">
            <a:spAutoFit/>
          </a:bodyPr>
          <a:lstStyle/>
          <a:p>
            <a:r>
              <a:rPr lang="en-GB" dirty="0" smtClean="0"/>
              <a:t>A </a:t>
            </a:r>
            <a:r>
              <a:rPr lang="en-GB" dirty="0" err="1" smtClean="0"/>
              <a:t>pedion</a:t>
            </a:r>
            <a:r>
              <a:rPr lang="en-GB" dirty="0" smtClean="0"/>
              <a:t> is an open, one faced form.  </a:t>
            </a:r>
            <a:r>
              <a:rPr lang="en-GB" dirty="0" err="1" smtClean="0"/>
              <a:t>Pedions</a:t>
            </a:r>
            <a:r>
              <a:rPr lang="en-GB" dirty="0" smtClean="0"/>
              <a:t> are the only forms that occur in the </a:t>
            </a:r>
            <a:r>
              <a:rPr lang="en-GB" dirty="0" err="1" smtClean="0"/>
              <a:t>Pedial</a:t>
            </a:r>
            <a:r>
              <a:rPr lang="en-GB" dirty="0" smtClean="0"/>
              <a:t> class (1).  Since a </a:t>
            </a:r>
            <a:r>
              <a:rPr lang="en-GB" dirty="0" err="1" smtClean="0"/>
              <a:t>pedion</a:t>
            </a:r>
            <a:r>
              <a:rPr lang="en-GB" dirty="0" smtClean="0"/>
              <a:t> is not related to any other face by symmetry, each form symbol refers to a single face.  For example the form {100} refers only to the face (100), and is different from the form { 100} which refers only to the face (100). Note that while forms in the </a:t>
            </a:r>
            <a:r>
              <a:rPr lang="en-GB" dirty="0" err="1" smtClean="0"/>
              <a:t>Pedial</a:t>
            </a:r>
            <a:r>
              <a:rPr lang="en-GB" dirty="0" smtClean="0"/>
              <a:t> class are </a:t>
            </a:r>
            <a:r>
              <a:rPr lang="en-GB" dirty="0" err="1" smtClean="0"/>
              <a:t>pedions</a:t>
            </a:r>
            <a:r>
              <a:rPr lang="en-GB" dirty="0" smtClean="0"/>
              <a:t>, </a:t>
            </a:r>
            <a:r>
              <a:rPr lang="en-GB" dirty="0" err="1" smtClean="0"/>
              <a:t>pedions</a:t>
            </a:r>
            <a:r>
              <a:rPr lang="en-GB" dirty="0" smtClean="0"/>
              <a:t> may occur in other crystal classes.</a:t>
            </a:r>
            <a:endParaRPr lang="en-GB" dirty="0"/>
          </a:p>
        </p:txBody>
      </p:sp>
      <p:sp>
        <p:nvSpPr>
          <p:cNvPr id="10" name="Rectangle 9"/>
          <p:cNvSpPr/>
          <p:nvPr/>
        </p:nvSpPr>
        <p:spPr>
          <a:xfrm>
            <a:off x="533400" y="3657600"/>
            <a:ext cx="8305800" cy="2585323"/>
          </a:xfrm>
          <a:prstGeom prst="rect">
            <a:avLst/>
          </a:prstGeom>
        </p:spPr>
        <p:txBody>
          <a:bodyPr wrap="square">
            <a:spAutoFit/>
          </a:bodyPr>
          <a:lstStyle/>
          <a:p>
            <a:r>
              <a:rPr lang="en-GB" dirty="0" smtClean="0"/>
              <a:t>A </a:t>
            </a:r>
            <a:r>
              <a:rPr lang="en-GB" dirty="0" err="1" smtClean="0"/>
              <a:t>Pinacoid</a:t>
            </a:r>
            <a:r>
              <a:rPr lang="en-GB" dirty="0" smtClean="0"/>
              <a:t> is an open 2-faced form made up of two parallel faces. In the crystal drawing shown here the form {111} is a </a:t>
            </a:r>
            <a:r>
              <a:rPr lang="en-GB" dirty="0" err="1" smtClean="0"/>
              <a:t>pinacoid</a:t>
            </a:r>
            <a:r>
              <a:rPr lang="en-GB" dirty="0" smtClean="0"/>
              <a:t> and consists of two faces, (111) and (-1-1-1).  The form {100} is also a </a:t>
            </a:r>
            <a:r>
              <a:rPr lang="en-GB" dirty="0" err="1" smtClean="0"/>
              <a:t>pinacoid</a:t>
            </a:r>
            <a:r>
              <a:rPr lang="en-GB" dirty="0" smtClean="0"/>
              <a:t> consisting of the two faces (100) and ( -100).  Similarly the form {010} is a </a:t>
            </a:r>
            <a:r>
              <a:rPr lang="en-GB" dirty="0" err="1" smtClean="0"/>
              <a:t>pinacoid</a:t>
            </a:r>
            <a:r>
              <a:rPr lang="en-GB" dirty="0" smtClean="0"/>
              <a:t> consisting of the two faces (010) and (0-1 0), and the form {001} is a two faced form consisting of the faces (001) and (00-1).  In this case, note that at least three of the above forms are necessary to completely enclose space.  While all forms in the </a:t>
            </a:r>
            <a:r>
              <a:rPr lang="en-GB" dirty="0" err="1" smtClean="0"/>
              <a:t>Pinacoid</a:t>
            </a:r>
            <a:r>
              <a:rPr lang="en-GB" dirty="0" smtClean="0"/>
              <a:t> class are </a:t>
            </a:r>
            <a:r>
              <a:rPr lang="en-GB" dirty="0" err="1" smtClean="0"/>
              <a:t>pinacoids</a:t>
            </a:r>
            <a:r>
              <a:rPr lang="en-GB" dirty="0" smtClean="0"/>
              <a:t>, </a:t>
            </a:r>
            <a:r>
              <a:rPr lang="en-GB" dirty="0" err="1" smtClean="0"/>
              <a:t>pinacoids</a:t>
            </a:r>
            <a:r>
              <a:rPr lang="en-GB" dirty="0" smtClean="0"/>
              <a:t> may occur in other crystal classes as well.</a:t>
            </a:r>
          </a:p>
          <a:p>
            <a:r>
              <a:rPr lang="en-GB" dirty="0" smtClean="0"/>
              <a:t> </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8D55D99-82BA-41E8-8F75-66B2724DAFB0}" type="slidenum">
              <a:rPr lang="en-US" smtClean="0"/>
              <a:pPr>
                <a:defRPr/>
              </a:pPr>
              <a:t>33</a:t>
            </a:fld>
            <a:endParaRPr lang="en-US"/>
          </a:p>
        </p:txBody>
      </p:sp>
      <p:pic>
        <p:nvPicPr>
          <p:cNvPr id="1026" name="Picture 2" descr="https://www.tulane.edu/~sanelson/images/pinacoid.gif"/>
          <p:cNvPicPr>
            <a:picLocks noChangeAspect="1" noChangeArrowheads="1"/>
          </p:cNvPicPr>
          <p:nvPr/>
        </p:nvPicPr>
        <p:blipFill>
          <a:blip r:embed="rId2"/>
          <a:srcRect/>
          <a:stretch>
            <a:fillRect/>
          </a:stretch>
        </p:blipFill>
        <p:spPr bwMode="auto">
          <a:xfrm>
            <a:off x="457200" y="381000"/>
            <a:ext cx="2590800" cy="4077829"/>
          </a:xfrm>
          <a:prstGeom prst="rect">
            <a:avLst/>
          </a:prstGeom>
          <a:noFill/>
        </p:spPr>
      </p:pic>
      <p:pic>
        <p:nvPicPr>
          <p:cNvPr id="1028" name="Picture 4" descr="https://www.tulane.edu/~sanelson/images/sphenoidal.jpg"/>
          <p:cNvPicPr>
            <a:picLocks noChangeAspect="1" noChangeArrowheads="1"/>
          </p:cNvPicPr>
          <p:nvPr/>
        </p:nvPicPr>
        <p:blipFill>
          <a:blip r:embed="rId3"/>
          <a:srcRect/>
          <a:stretch>
            <a:fillRect/>
          </a:stretch>
        </p:blipFill>
        <p:spPr bwMode="auto">
          <a:xfrm>
            <a:off x="5105400" y="685800"/>
            <a:ext cx="2381250" cy="2616437"/>
          </a:xfrm>
          <a:prstGeom prst="rect">
            <a:avLst/>
          </a:prstGeom>
          <a:noFill/>
        </p:spPr>
      </p:pic>
      <p:sp>
        <p:nvSpPr>
          <p:cNvPr id="5" name="TextBox 4"/>
          <p:cNvSpPr txBox="1"/>
          <p:nvPr/>
        </p:nvSpPr>
        <p:spPr>
          <a:xfrm>
            <a:off x="1828800" y="5257800"/>
            <a:ext cx="1069525" cy="369332"/>
          </a:xfrm>
          <a:prstGeom prst="rect">
            <a:avLst/>
          </a:prstGeom>
          <a:noFill/>
        </p:spPr>
        <p:txBody>
          <a:bodyPr wrap="none" rtlCol="0">
            <a:spAutoFit/>
          </a:bodyPr>
          <a:lstStyle/>
          <a:p>
            <a:r>
              <a:rPr lang="en-IN" dirty="0" err="1" smtClean="0"/>
              <a:t>Pinacoid</a:t>
            </a:r>
            <a:endParaRPr lang="en-US" dirty="0"/>
          </a:p>
        </p:txBody>
      </p:sp>
      <p:sp>
        <p:nvSpPr>
          <p:cNvPr id="7" name="Rectangle 6"/>
          <p:cNvSpPr/>
          <p:nvPr/>
        </p:nvSpPr>
        <p:spPr>
          <a:xfrm>
            <a:off x="5715000" y="4800600"/>
            <a:ext cx="1364476" cy="369332"/>
          </a:xfrm>
          <a:prstGeom prst="rect">
            <a:avLst/>
          </a:prstGeom>
        </p:spPr>
        <p:txBody>
          <a:bodyPr wrap="none">
            <a:spAutoFit/>
          </a:bodyPr>
          <a:lstStyle/>
          <a:p>
            <a:r>
              <a:rPr lang="en-US" b="1" dirty="0" err="1" smtClean="0"/>
              <a:t>Sphenoids</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8D55D99-82BA-41E8-8F75-66B2724DAFB0}" type="slidenum">
              <a:rPr lang="en-US" smtClean="0"/>
              <a:pPr>
                <a:defRPr/>
              </a:pPr>
              <a:t>34</a:t>
            </a:fld>
            <a:endParaRPr lang="en-US"/>
          </a:p>
        </p:txBody>
      </p:sp>
      <p:graphicFrame>
        <p:nvGraphicFramePr>
          <p:cNvPr id="18" name="Table 17"/>
          <p:cNvGraphicFramePr>
            <a:graphicFrameLocks noGrp="1"/>
          </p:cNvGraphicFramePr>
          <p:nvPr/>
        </p:nvGraphicFramePr>
        <p:xfrm>
          <a:off x="609600" y="533400"/>
          <a:ext cx="5905500" cy="914400"/>
        </p:xfrm>
        <a:graphic>
          <a:graphicData uri="http://schemas.openxmlformats.org/drawingml/2006/table">
            <a:tbl>
              <a:tblPr/>
              <a:tblGrid>
                <a:gridCol w="5905500"/>
              </a:tblGrid>
              <a:tr h="0">
                <a:tc>
                  <a:txBody>
                    <a:bodyPr/>
                    <a:lstStyle/>
                    <a:p>
                      <a:pPr algn="ctr"/>
                      <a:r>
                        <a:rPr lang="en-GB" b="1" dirty="0" err="1"/>
                        <a:t>Pyramids</a:t>
                      </a:r>
                      <a:r>
                        <a:rPr lang="en-GB" dirty="0" err="1"/>
                        <a:t>A</a:t>
                      </a:r>
                      <a:r>
                        <a:rPr lang="en-GB" dirty="0"/>
                        <a:t> pyramid is a 3, 4, 6, 8 or 12  faced open form where all faces in the form meet, or could meet if extended, at a point.</a:t>
                      </a:r>
                    </a:p>
                  </a:txBody>
                  <a:tcPr anchor="ctr">
                    <a:lnL>
                      <a:noFill/>
                    </a:lnL>
                    <a:lnR>
                      <a:noFill/>
                    </a:lnR>
                    <a:lnT>
                      <a:noFill/>
                    </a:lnT>
                    <a:lnB>
                      <a:noFill/>
                    </a:lnB>
                  </a:tcPr>
                </a:tc>
              </a:tr>
            </a:tbl>
          </a:graphicData>
        </a:graphic>
      </p:graphicFrame>
      <p:pic>
        <p:nvPicPr>
          <p:cNvPr id="124937" name="Picture 9" descr="https://www.tulane.edu/~sanelson/images/trigonal-pyram.gif"/>
          <p:cNvPicPr>
            <a:picLocks noChangeAspect="1" noChangeArrowheads="1"/>
          </p:cNvPicPr>
          <p:nvPr/>
        </p:nvPicPr>
        <p:blipFill>
          <a:blip r:embed="rId2"/>
          <a:srcRect/>
          <a:stretch>
            <a:fillRect/>
          </a:stretch>
        </p:blipFill>
        <p:spPr bwMode="auto">
          <a:xfrm>
            <a:off x="762000" y="1600200"/>
            <a:ext cx="1752600" cy="1171575"/>
          </a:xfrm>
          <a:prstGeom prst="rect">
            <a:avLst/>
          </a:prstGeom>
          <a:noFill/>
        </p:spPr>
      </p:pic>
      <p:sp>
        <p:nvSpPr>
          <p:cNvPr id="12493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2" name="Rectangle 21"/>
          <p:cNvSpPr/>
          <p:nvPr/>
        </p:nvSpPr>
        <p:spPr>
          <a:xfrm>
            <a:off x="3200400" y="1981200"/>
            <a:ext cx="4572000" cy="646331"/>
          </a:xfrm>
          <a:prstGeom prst="rect">
            <a:avLst/>
          </a:prstGeom>
        </p:spPr>
        <p:txBody>
          <a:bodyPr>
            <a:spAutoFit/>
          </a:bodyPr>
          <a:lstStyle/>
          <a:p>
            <a:r>
              <a:rPr lang="en-GB" dirty="0" err="1" smtClean="0"/>
              <a:t>Trigonal</a:t>
            </a:r>
            <a:r>
              <a:rPr lang="en-GB" dirty="0" smtClean="0"/>
              <a:t> pyramid:  3-faced form where all faces are related by a 3-fold rotation axis.</a:t>
            </a:r>
            <a:endParaRPr lang="en-GB" dirty="0"/>
          </a:p>
        </p:txBody>
      </p:sp>
      <p:sp>
        <p:nvSpPr>
          <p:cNvPr id="23" name="Rectangle 22"/>
          <p:cNvSpPr/>
          <p:nvPr/>
        </p:nvSpPr>
        <p:spPr>
          <a:xfrm>
            <a:off x="2667000" y="3200400"/>
            <a:ext cx="6248400" cy="1477328"/>
          </a:xfrm>
          <a:prstGeom prst="rect">
            <a:avLst/>
          </a:prstGeom>
        </p:spPr>
        <p:txBody>
          <a:bodyPr wrap="square">
            <a:spAutoFit/>
          </a:bodyPr>
          <a:lstStyle/>
          <a:p>
            <a:r>
              <a:rPr lang="en-GB" dirty="0" err="1" smtClean="0"/>
              <a:t>Ditrigonal</a:t>
            </a:r>
            <a:r>
              <a:rPr lang="en-GB" dirty="0" smtClean="0"/>
              <a:t> pyramid: 6-faced form where all faces are related by a 3-fold rotation axis. Note that if viewed from above, the </a:t>
            </a:r>
            <a:r>
              <a:rPr lang="en-GB" dirty="0" err="1" smtClean="0"/>
              <a:t>ditrigonal</a:t>
            </a:r>
            <a:r>
              <a:rPr lang="en-GB" dirty="0" smtClean="0"/>
              <a:t> pyramid would not have a hexagonal shape; its cross section would look more like that of the </a:t>
            </a:r>
            <a:r>
              <a:rPr lang="en-GB" dirty="0" err="1" smtClean="0"/>
              <a:t>trigonal</a:t>
            </a:r>
            <a:r>
              <a:rPr lang="en-GB" dirty="0" smtClean="0"/>
              <a:t> prism discussed above.</a:t>
            </a:r>
            <a:endParaRPr lang="en-GB" dirty="0"/>
          </a:p>
        </p:txBody>
      </p:sp>
      <p:pic>
        <p:nvPicPr>
          <p:cNvPr id="124940" name="Picture 12" descr="https://www.tulane.edu/~sanelson/images/ditrig-pyram.gif"/>
          <p:cNvPicPr>
            <a:picLocks noChangeAspect="1" noChangeArrowheads="1"/>
          </p:cNvPicPr>
          <p:nvPr/>
        </p:nvPicPr>
        <p:blipFill>
          <a:blip r:embed="rId3"/>
          <a:srcRect/>
          <a:stretch>
            <a:fillRect/>
          </a:stretch>
        </p:blipFill>
        <p:spPr bwMode="auto">
          <a:xfrm>
            <a:off x="685800" y="3276600"/>
            <a:ext cx="1485900" cy="1248156"/>
          </a:xfrm>
          <a:prstGeom prst="rect">
            <a:avLst/>
          </a:prstGeom>
          <a:noFill/>
        </p:spPr>
      </p:pic>
      <p:sp>
        <p:nvSpPr>
          <p:cNvPr id="25" name="Rectangle 24"/>
          <p:cNvSpPr/>
          <p:nvPr/>
        </p:nvSpPr>
        <p:spPr>
          <a:xfrm>
            <a:off x="2971800" y="5048071"/>
            <a:ext cx="5791200" cy="1200329"/>
          </a:xfrm>
          <a:prstGeom prst="rect">
            <a:avLst/>
          </a:prstGeom>
        </p:spPr>
        <p:txBody>
          <a:bodyPr wrap="square">
            <a:spAutoFit/>
          </a:bodyPr>
          <a:lstStyle/>
          <a:p>
            <a:r>
              <a:rPr lang="en-GB" dirty="0" smtClean="0"/>
              <a:t>Rhombic pyramid: 4-faced form where the faces are related by mirror planes. In the drawing shown here the faces </a:t>
            </a:r>
            <a:r>
              <a:rPr lang="en-GB" dirty="0" err="1" smtClean="0"/>
              <a:t>labeled</a:t>
            </a:r>
            <a:r>
              <a:rPr lang="en-GB" dirty="0" smtClean="0"/>
              <a:t> "p" are the four faces of the rhombic pyramid. If extend, these 4 faces would meet at a point.</a:t>
            </a:r>
            <a:endParaRPr lang="en-GB" dirty="0"/>
          </a:p>
        </p:txBody>
      </p:sp>
      <p:pic>
        <p:nvPicPr>
          <p:cNvPr id="124942" name="Picture 14" descr="https://www.tulane.edu/~sanelson/images/rhombic-pyram.gif"/>
          <p:cNvPicPr>
            <a:picLocks noChangeAspect="1" noChangeArrowheads="1"/>
          </p:cNvPicPr>
          <p:nvPr/>
        </p:nvPicPr>
        <p:blipFill>
          <a:blip r:embed="rId4"/>
          <a:srcRect/>
          <a:stretch>
            <a:fillRect/>
          </a:stretch>
        </p:blipFill>
        <p:spPr bwMode="auto">
          <a:xfrm>
            <a:off x="914400" y="4953000"/>
            <a:ext cx="1304925" cy="1323975"/>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8D55D99-82BA-41E8-8F75-66B2724DAFB0}" type="slidenum">
              <a:rPr lang="en-US" smtClean="0"/>
              <a:pPr>
                <a:defRPr/>
              </a:pPr>
              <a:t>35</a:t>
            </a:fld>
            <a:endParaRPr lang="en-US"/>
          </a:p>
        </p:txBody>
      </p:sp>
      <p:sp>
        <p:nvSpPr>
          <p:cNvPr id="3" name="Rectangle 2"/>
          <p:cNvSpPr/>
          <p:nvPr/>
        </p:nvSpPr>
        <p:spPr>
          <a:xfrm>
            <a:off x="457200" y="685800"/>
            <a:ext cx="8229600" cy="923330"/>
          </a:xfrm>
          <a:prstGeom prst="rect">
            <a:avLst/>
          </a:prstGeom>
        </p:spPr>
        <p:txBody>
          <a:bodyPr wrap="square">
            <a:spAutoFit/>
          </a:bodyPr>
          <a:lstStyle/>
          <a:p>
            <a:r>
              <a:rPr lang="en-GB" dirty="0" smtClean="0"/>
              <a:t>Tetragonal pyramid: 4-faced form where the faces are related by a 4 axis. In the drawing the small triangular faces that cut the corners represent the tetragonal pyramid. Note that if extended, these 4 faces would meet at a point.</a:t>
            </a:r>
            <a:endParaRPr lang="en-GB" dirty="0"/>
          </a:p>
        </p:txBody>
      </p:sp>
      <p:sp>
        <p:nvSpPr>
          <p:cNvPr id="4" name="Rectangle 3"/>
          <p:cNvSpPr/>
          <p:nvPr/>
        </p:nvSpPr>
        <p:spPr>
          <a:xfrm>
            <a:off x="381000" y="2133600"/>
            <a:ext cx="8305800" cy="923330"/>
          </a:xfrm>
          <a:prstGeom prst="rect">
            <a:avLst/>
          </a:prstGeom>
        </p:spPr>
        <p:txBody>
          <a:bodyPr wrap="square">
            <a:spAutoFit/>
          </a:bodyPr>
          <a:lstStyle/>
          <a:p>
            <a:r>
              <a:rPr lang="en-GB" dirty="0" err="1" smtClean="0"/>
              <a:t>Ditetragonal</a:t>
            </a:r>
            <a:r>
              <a:rPr lang="en-GB" dirty="0" smtClean="0"/>
              <a:t> pyramid: 8-faced form where all faces are related by a 4 axis.  In the drawing shown here, the upper 8 faces belong to the </a:t>
            </a:r>
            <a:r>
              <a:rPr lang="en-GB" dirty="0" err="1" smtClean="0"/>
              <a:t>ditetragonal</a:t>
            </a:r>
            <a:r>
              <a:rPr lang="en-GB" dirty="0" smtClean="0"/>
              <a:t> pyramid form.  Note that the vertical faces belong to the </a:t>
            </a:r>
            <a:r>
              <a:rPr lang="en-GB" dirty="0" err="1" smtClean="0"/>
              <a:t>ditetragonal</a:t>
            </a:r>
            <a:r>
              <a:rPr lang="en-GB" dirty="0" smtClean="0"/>
              <a:t> prism.</a:t>
            </a:r>
            <a:endParaRPr lang="en-GB" dirty="0"/>
          </a:p>
        </p:txBody>
      </p:sp>
      <p:sp>
        <p:nvSpPr>
          <p:cNvPr id="5" name="Rectangle 4"/>
          <p:cNvSpPr/>
          <p:nvPr/>
        </p:nvSpPr>
        <p:spPr>
          <a:xfrm>
            <a:off x="533400" y="3429000"/>
            <a:ext cx="8077200" cy="646331"/>
          </a:xfrm>
          <a:prstGeom prst="rect">
            <a:avLst/>
          </a:prstGeom>
        </p:spPr>
        <p:txBody>
          <a:bodyPr wrap="square">
            <a:spAutoFit/>
          </a:bodyPr>
          <a:lstStyle/>
          <a:p>
            <a:r>
              <a:rPr lang="en-GB" dirty="0" smtClean="0"/>
              <a:t>Hexagonal pyramid: 6-faced form where all faces are related by a 6 axis. If viewed from above, the hexagonal pyramid would have a hexagonal shape.</a:t>
            </a:r>
            <a:endParaRPr lang="en-GB" dirty="0"/>
          </a:p>
        </p:txBody>
      </p:sp>
      <p:sp>
        <p:nvSpPr>
          <p:cNvPr id="6" name="Rectangle 5"/>
          <p:cNvSpPr/>
          <p:nvPr/>
        </p:nvSpPr>
        <p:spPr>
          <a:xfrm>
            <a:off x="381000" y="4648200"/>
            <a:ext cx="8534400" cy="646331"/>
          </a:xfrm>
          <a:prstGeom prst="rect">
            <a:avLst/>
          </a:prstGeom>
        </p:spPr>
        <p:txBody>
          <a:bodyPr wrap="square">
            <a:spAutoFit/>
          </a:bodyPr>
          <a:lstStyle/>
          <a:p>
            <a:r>
              <a:rPr lang="en-GB" dirty="0" err="1" smtClean="0"/>
              <a:t>Dihexagonal</a:t>
            </a:r>
            <a:r>
              <a:rPr lang="en-GB" dirty="0" smtClean="0"/>
              <a:t> pyramid: 12-faced form where all faces are related by a 6-fold axis. This form results from mirror planes that are parallel to the 6-fold axis.</a:t>
            </a:r>
            <a:endParaRPr lang="en-GB"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3" name="Rectangle 3"/>
          <p:cNvSpPr>
            <a:spLocks noGrp="1" noChangeArrowheads="1"/>
          </p:cNvSpPr>
          <p:nvPr>
            <p:ph type="body" idx="4294967295"/>
          </p:nvPr>
        </p:nvSpPr>
        <p:spPr>
          <a:xfrm>
            <a:off x="0" y="1600200"/>
            <a:ext cx="7467600" cy="4873625"/>
          </a:xfrm>
        </p:spPr>
        <p:txBody>
          <a:bodyPr/>
          <a:lstStyle/>
          <a:p>
            <a:pPr eaLnBrk="1" hangingPunct="1"/>
            <a:endParaRPr lang="en-US" smtClean="0">
              <a:solidFill>
                <a:srgbClr val="000066"/>
              </a:solidFill>
            </a:endParaRPr>
          </a:p>
          <a:p>
            <a:pPr eaLnBrk="1" hangingPunct="1"/>
            <a:endParaRPr lang="en-US" smtClean="0"/>
          </a:p>
        </p:txBody>
      </p:sp>
      <p:pic>
        <p:nvPicPr>
          <p:cNvPr id="322565" name="Picture 5" descr="Crystal Forms - Open Prism Forms"/>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7199" y="2362200"/>
            <a:ext cx="8382001" cy="19561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4"/>
          <p:cNvSpPr/>
          <p:nvPr/>
        </p:nvSpPr>
        <p:spPr>
          <a:xfrm>
            <a:off x="457200" y="1219200"/>
            <a:ext cx="8001000" cy="1054263"/>
          </a:xfrm>
          <a:prstGeom prst="rect">
            <a:avLst/>
          </a:prstGeom>
        </p:spPr>
        <p:txBody>
          <a:bodyPr wrap="square">
            <a:spAutoFit/>
          </a:bodyPr>
          <a:lstStyle/>
          <a:p>
            <a:pPr>
              <a:lnSpc>
                <a:spcPct val="120000"/>
              </a:lnSpc>
            </a:pPr>
            <a:r>
              <a:rPr lang="en-US" dirty="0" smtClean="0">
                <a:solidFill>
                  <a:srgbClr val="000066"/>
                </a:solidFill>
                <a:latin typeface="+mj-lt"/>
              </a:rPr>
              <a:t>Prisms have a set of facets that run parallel to an axis of a crystal, yet never converge with it. </a:t>
            </a:r>
            <a:r>
              <a:rPr lang="en-US" dirty="0" smtClean="0">
                <a:solidFill>
                  <a:srgbClr val="3399FF"/>
                </a:solidFill>
                <a:latin typeface="+mj-lt"/>
              </a:rPr>
              <a:t>Quartz forms two sets of three sided prisms. Prisms are not possible in </a:t>
            </a:r>
            <a:r>
              <a:rPr lang="en-US" i="1" dirty="0" smtClean="0">
                <a:solidFill>
                  <a:srgbClr val="3399FF"/>
                </a:solidFill>
                <a:latin typeface="+mj-lt"/>
              </a:rPr>
              <a:t>isometric</a:t>
            </a:r>
            <a:r>
              <a:rPr lang="en-US" dirty="0" smtClean="0">
                <a:solidFill>
                  <a:srgbClr val="3399FF"/>
                </a:solidFill>
                <a:latin typeface="+mj-lt"/>
              </a:rPr>
              <a:t> or </a:t>
            </a:r>
            <a:r>
              <a:rPr lang="en-US" i="1" dirty="0" smtClean="0">
                <a:solidFill>
                  <a:srgbClr val="3399FF"/>
                </a:solidFill>
                <a:latin typeface="+mj-lt"/>
              </a:rPr>
              <a:t>triclinic</a:t>
            </a:r>
            <a:r>
              <a:rPr lang="en-US" dirty="0" smtClean="0">
                <a:solidFill>
                  <a:srgbClr val="3399FF"/>
                </a:solidFill>
                <a:latin typeface="+mj-lt"/>
              </a:rPr>
              <a:t> minerals.</a:t>
            </a:r>
            <a:endParaRPr lang="en-US" dirty="0">
              <a:solidFill>
                <a:srgbClr val="3399FF"/>
              </a:solidFill>
              <a:latin typeface="+mj-lt"/>
            </a:endParaRPr>
          </a:p>
        </p:txBody>
      </p:sp>
      <p:sp>
        <p:nvSpPr>
          <p:cNvPr id="6" name="Text Box 2"/>
          <p:cNvSpPr txBox="1">
            <a:spLocks noChangeArrowheads="1"/>
          </p:cNvSpPr>
          <p:nvPr/>
        </p:nvSpPr>
        <p:spPr bwMode="auto">
          <a:xfrm>
            <a:off x="1143000" y="436602"/>
            <a:ext cx="7467600" cy="553998"/>
          </a:xfrm>
          <a:prstGeom prst="rect">
            <a:avLst/>
          </a:prstGeom>
          <a:noFill/>
          <a:ln w="9525">
            <a:noFill/>
            <a:miter lim="800000"/>
            <a:headEnd/>
            <a:tailEnd/>
          </a:ln>
        </p:spPr>
        <p:txBody>
          <a:bodyPr wrap="square">
            <a:spAutoFit/>
          </a:bodyPr>
          <a:lstStyle/>
          <a:p>
            <a:pPr algn="l">
              <a:spcBef>
                <a:spcPct val="50000"/>
              </a:spcBef>
              <a:defRPr/>
            </a:pPr>
            <a:r>
              <a:rPr lang="en-US" sz="30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Open Hexagonal &amp; Triangular Prisms</a:t>
            </a:r>
            <a:endParaRPr lang="en-US" sz="30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endParaRPr>
          </a:p>
        </p:txBody>
      </p:sp>
      <p:sp>
        <p:nvSpPr>
          <p:cNvPr id="7" name="Rectangle 6"/>
          <p:cNvSpPr/>
          <p:nvPr/>
        </p:nvSpPr>
        <p:spPr>
          <a:xfrm>
            <a:off x="304800" y="4419600"/>
            <a:ext cx="3810000" cy="2086725"/>
          </a:xfrm>
          <a:prstGeom prst="rect">
            <a:avLst/>
          </a:prstGeom>
        </p:spPr>
        <p:txBody>
          <a:bodyPr wrap="square">
            <a:spAutoFit/>
          </a:bodyPr>
          <a:lstStyle/>
          <a:p>
            <a:pPr algn="just">
              <a:lnSpc>
                <a:spcPct val="120000"/>
              </a:lnSpc>
            </a:pPr>
            <a:r>
              <a:rPr lang="en-US" dirty="0" smtClean="0">
                <a:solidFill>
                  <a:srgbClr val="CC0000"/>
                </a:solidFill>
                <a:latin typeface="+mj-lt"/>
              </a:rPr>
              <a:t>A Hexagonal prism is comprised of two hexagonal bases connected by a set of six rectangular faces that run parallel to, and never converge with an axes.</a:t>
            </a:r>
            <a:endParaRPr lang="en-US" dirty="0">
              <a:solidFill>
                <a:srgbClr val="CC0000"/>
              </a:solidFill>
              <a:latin typeface="+mj-lt"/>
            </a:endParaRPr>
          </a:p>
        </p:txBody>
      </p:sp>
      <p:sp>
        <p:nvSpPr>
          <p:cNvPr id="8" name="Rectangle 4"/>
          <p:cNvSpPr>
            <a:spLocks noChangeArrowheads="1"/>
          </p:cNvSpPr>
          <p:nvPr/>
        </p:nvSpPr>
        <p:spPr bwMode="auto">
          <a:xfrm>
            <a:off x="4191000" y="4397942"/>
            <a:ext cx="4648200" cy="2086725"/>
          </a:xfrm>
          <a:prstGeom prst="rect">
            <a:avLst/>
          </a:prstGeom>
          <a:noFill/>
          <a:ln w="9525">
            <a:noFill/>
            <a:miter lim="800000"/>
            <a:headEnd/>
            <a:tailEnd/>
          </a:ln>
        </p:spPr>
        <p:txBody>
          <a:bodyPr wrap="square" anchor="ctr">
            <a:spAutoFit/>
          </a:bodyPr>
          <a:lstStyle/>
          <a:p>
            <a:pPr algn="just" eaLnBrk="0" hangingPunct="0">
              <a:lnSpc>
                <a:spcPct val="120000"/>
              </a:lnSpc>
            </a:pPr>
            <a:r>
              <a:rPr lang="en-US" dirty="0">
                <a:solidFill>
                  <a:srgbClr val="00B050"/>
                </a:solidFill>
                <a:latin typeface="+mj-lt"/>
              </a:rPr>
              <a:t>A triangular </a:t>
            </a:r>
            <a:r>
              <a:rPr lang="en-US" dirty="0" smtClean="0">
                <a:solidFill>
                  <a:srgbClr val="00B050"/>
                </a:solidFill>
                <a:latin typeface="+mj-lt"/>
              </a:rPr>
              <a:t>prism </a:t>
            </a:r>
            <a:r>
              <a:rPr lang="en-US" dirty="0">
                <a:solidFill>
                  <a:srgbClr val="00B050"/>
                </a:solidFill>
                <a:latin typeface="+mj-lt"/>
              </a:rPr>
              <a:t>is comprised of two triangular bases connected by a set of three rectangular faces that run parallel to, and never converge with an axes in the crystal. This form is similar to a light-refracting 60º prism.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22565"/>
                                        </p:tgtEl>
                                        <p:attrNameLst>
                                          <p:attrName>style.visibility</p:attrName>
                                        </p:attrNameLst>
                                      </p:cBhvr>
                                      <p:to>
                                        <p:strVal val="visible"/>
                                      </p:to>
                                    </p:set>
                                    <p:animEffect transition="in" filter="checkerboard(across)">
                                      <p:cBhvr>
                                        <p:cTn id="7" dur="500"/>
                                        <p:tgtEl>
                                          <p:spTgt spid="32256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heckerboard(across)">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8D55D99-82BA-41E8-8F75-66B2724DAFB0}" type="slidenum">
              <a:rPr lang="en-US" smtClean="0"/>
              <a:pPr>
                <a:defRPr/>
              </a:pPr>
              <a:t>37</a:t>
            </a:fld>
            <a:endParaRPr lang="en-US"/>
          </a:p>
        </p:txBody>
      </p:sp>
      <p:sp>
        <p:nvSpPr>
          <p:cNvPr id="3" name="Rectangle 2"/>
          <p:cNvSpPr/>
          <p:nvPr/>
        </p:nvSpPr>
        <p:spPr>
          <a:xfrm>
            <a:off x="685800" y="914400"/>
            <a:ext cx="8153400" cy="1477328"/>
          </a:xfrm>
          <a:prstGeom prst="rect">
            <a:avLst/>
          </a:prstGeom>
        </p:spPr>
        <p:txBody>
          <a:bodyPr wrap="square">
            <a:spAutoFit/>
          </a:bodyPr>
          <a:lstStyle/>
          <a:p>
            <a:r>
              <a:rPr lang="en-GB" dirty="0" smtClean="0"/>
              <a:t>The Isometric System</a:t>
            </a:r>
          </a:p>
          <a:p>
            <a:r>
              <a:rPr lang="en-GB" dirty="0" smtClean="0"/>
              <a:t>The first and simplest crystal system is the isometric or cubic system. It has three axes, all of which are the same length. The three axes in the isometric system all intersect at 90º to each other. Because of the equality of the axes, minerals in the cubic system are </a:t>
            </a:r>
            <a:r>
              <a:rPr lang="en-GB" dirty="0" smtClean="0">
                <a:hlinkClick r:id="rId2"/>
              </a:rPr>
              <a:t>singly refractive</a:t>
            </a:r>
            <a:r>
              <a:rPr lang="en-GB" dirty="0" smtClean="0"/>
              <a:t> or isotropic.</a:t>
            </a:r>
            <a:endParaRPr lang="en-GB" dirty="0"/>
          </a:p>
        </p:txBody>
      </p:sp>
      <p:pic>
        <p:nvPicPr>
          <p:cNvPr id="128002" name="Picture 2" descr="Isometric – crystal systems"/>
          <p:cNvPicPr>
            <a:picLocks noChangeAspect="1" noChangeArrowheads="1"/>
          </p:cNvPicPr>
          <p:nvPr/>
        </p:nvPicPr>
        <p:blipFill>
          <a:blip r:embed="rId3"/>
          <a:srcRect/>
          <a:stretch>
            <a:fillRect/>
          </a:stretch>
        </p:blipFill>
        <p:spPr bwMode="auto">
          <a:xfrm>
            <a:off x="3352800" y="2895600"/>
            <a:ext cx="3214688" cy="2743200"/>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8D55D99-82BA-41E8-8F75-66B2724DAFB0}" type="slidenum">
              <a:rPr lang="en-US" smtClean="0"/>
              <a:pPr>
                <a:defRPr/>
              </a:pPr>
              <a:t>38</a:t>
            </a:fld>
            <a:endParaRPr lang="en-US"/>
          </a:p>
        </p:txBody>
      </p:sp>
      <p:pic>
        <p:nvPicPr>
          <p:cNvPr id="3" name="il_fi" descr="http://academic.emporia.edu/abersusa/go324/CrystalSystems.png"/>
          <p:cNvPicPr>
            <a:picLocks/>
          </p:cNvPicPr>
          <p:nvPr/>
        </p:nvPicPr>
        <p:blipFill>
          <a:blip r:embed="rId2">
            <a:extLst>
              <a:ext uri="{28A0092B-C50C-407E-A947-70E740481C1C}">
                <a14:useLocalDpi xmlns:a14="http://schemas.microsoft.com/office/drawing/2010/main" xmlns="" val="0"/>
              </a:ext>
            </a:extLst>
          </a:blip>
          <a:srcRect/>
          <a:stretch>
            <a:fillRect/>
          </a:stretch>
        </p:blipFill>
        <p:spPr bwMode="auto">
          <a:xfrm>
            <a:off x="609600" y="762000"/>
            <a:ext cx="8305800" cy="5334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23591" name="Picture 7"/>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19200" y="2819400"/>
            <a:ext cx="6781800" cy="23744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ext Box 2"/>
          <p:cNvSpPr txBox="1">
            <a:spLocks noChangeArrowheads="1"/>
          </p:cNvSpPr>
          <p:nvPr/>
        </p:nvSpPr>
        <p:spPr bwMode="auto">
          <a:xfrm>
            <a:off x="2133600" y="381000"/>
            <a:ext cx="4495800" cy="553998"/>
          </a:xfrm>
          <a:prstGeom prst="rect">
            <a:avLst/>
          </a:prstGeom>
          <a:noFill/>
          <a:ln w="9525">
            <a:noFill/>
            <a:miter lim="800000"/>
            <a:headEnd/>
            <a:tailEnd/>
          </a:ln>
        </p:spPr>
        <p:txBody>
          <a:bodyPr wrap="square">
            <a:spAutoFit/>
          </a:bodyPr>
          <a:lstStyle/>
          <a:p>
            <a:pPr algn="l">
              <a:spcBef>
                <a:spcPct val="50000"/>
              </a:spcBef>
              <a:defRPr/>
            </a:pPr>
            <a:r>
              <a:rPr lang="en-US" sz="30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Close Isometric Forms</a:t>
            </a:r>
            <a:endParaRPr lang="en-US" sz="30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endParaRPr>
          </a:p>
        </p:txBody>
      </p:sp>
      <p:sp>
        <p:nvSpPr>
          <p:cNvPr id="5" name="Rectangle 2"/>
          <p:cNvSpPr txBox="1">
            <a:spLocks noChangeArrowheads="1"/>
          </p:cNvSpPr>
          <p:nvPr/>
        </p:nvSpPr>
        <p:spPr>
          <a:xfrm>
            <a:off x="457200" y="1066800"/>
            <a:ext cx="8382000" cy="2514600"/>
          </a:xfrm>
          <a:prstGeom prst="rect">
            <a:avLst/>
          </a:prstGeom>
        </p:spPr>
        <p:txBody>
          <a:bodyPr>
            <a:noAutofit/>
          </a:body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0" lang="en-US" b="1" i="0" u="none" strike="noStrike" kern="1200" normalizeH="0" baseline="0" noProof="0" dirty="0" smtClean="0">
                <a:ln w="1905"/>
                <a:solidFill>
                  <a:srgbClr val="00B050"/>
                </a:solidFill>
                <a:effectLst>
                  <a:innerShdw blurRad="69850" dist="43180" dir="5400000">
                    <a:srgbClr val="000000">
                      <a:alpha val="65000"/>
                    </a:srgbClr>
                  </a:innerShdw>
                </a:effectLst>
                <a:uLnTx/>
                <a:uFillTx/>
                <a:latin typeface="+mj-lt"/>
                <a:ea typeface="+mj-ea"/>
                <a:cs typeface="Times New Roman" pitchFamily="18" charset="0"/>
              </a:rPr>
              <a:t>These forms include:	</a:t>
            </a:r>
            <a: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	</a:t>
            </a:r>
          </a:p>
          <a:p>
            <a:pPr algn="l">
              <a:lnSpc>
                <a:spcPct val="130000"/>
              </a:lnSpc>
              <a:defRPr/>
            </a:pPr>
            <a: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Hexahedron (</a:t>
            </a:r>
            <a:r>
              <a:rPr kumimoji="0" lang="en-US" b="1" i="1"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Pyrite</a:t>
            </a:r>
            <a: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 	</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cs typeface="Times New Roman" pitchFamily="18" charset="0"/>
              </a:rPr>
              <a:t> 		Dodecahedron (Rhombic) </a:t>
            </a:r>
            <a: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
            </a:r>
            <a:b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br>
            <a: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Octahedron (</a:t>
            </a:r>
            <a:r>
              <a:rPr kumimoji="0" lang="en-US" b="1" i="1"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Diamond, </a:t>
            </a:r>
            <a:r>
              <a:rPr kumimoji="0" lang="en-US" b="1" i="1" u="none" strike="noStrike" kern="1200" normalizeH="0" baseline="0" noProof="0"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Spinel</a:t>
            </a:r>
            <a: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 	</a:t>
            </a:r>
            <a:r>
              <a:rPr lang="en-US"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cs typeface="Times New Roman" pitchFamily="18" charset="0"/>
              </a:rPr>
              <a:t>Hexoctahedron</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cs typeface="Times New Roman" pitchFamily="18" charset="0"/>
              </a:rPr>
              <a:t> (</a:t>
            </a:r>
            <a:r>
              <a:rPr lang="en-US" b="1" i="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cs typeface="Times New Roman" pitchFamily="18" charset="0"/>
              </a:rPr>
              <a:t>Diamond</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cs typeface="Times New Roman" pitchFamily="18" charset="0"/>
              </a:rPr>
              <a:t>)</a:t>
            </a:r>
          </a:p>
          <a:p>
            <a:pPr marL="0" marR="0" lvl="0" indent="0" algn="l" defTabSz="914400" rtl="0" eaLnBrk="1" fontAlgn="base" latinLnBrk="0" hangingPunct="1">
              <a:lnSpc>
                <a:spcPct val="130000"/>
              </a:lnSpc>
              <a:spcBef>
                <a:spcPct val="0"/>
              </a:spcBef>
              <a:spcAft>
                <a:spcPct val="0"/>
              </a:spcAft>
              <a:buClrTx/>
              <a:buSzTx/>
              <a:buFontTx/>
              <a:buNone/>
              <a:tabLst/>
              <a:defRPr/>
            </a:pPr>
            <a: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Tetrahedron (</a:t>
            </a:r>
            <a:r>
              <a:rPr kumimoji="0" lang="en-US" b="1" i="1" u="none" strike="noStrike" kern="1200" normalizeH="0" baseline="0" noProof="0"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Tetrahedrite</a:t>
            </a:r>
            <a: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 </a:t>
            </a:r>
          </a:p>
          <a:p>
            <a:pPr marL="0" marR="0" lvl="0" indent="0" algn="l" defTabSz="914400" rtl="0" eaLnBrk="1" fontAlgn="base" latinLnBrk="0" hangingPunct="1">
              <a:lnSpc>
                <a:spcPct val="130000"/>
              </a:lnSpc>
              <a:spcBef>
                <a:spcPct val="0"/>
              </a:spcBef>
              <a:spcAft>
                <a:spcPct val="0"/>
              </a:spcAft>
              <a:buClrTx/>
              <a:buSzTx/>
              <a:buFontTx/>
              <a:buNone/>
              <a:tabLst/>
              <a:defRPr/>
            </a:pPr>
            <a:r>
              <a:rPr kumimoji="0" lang="en-US" b="1" i="0"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Times New Roman" pitchFamily="18" charset="0"/>
              </a:rPr>
              <a:t>	</a:t>
            </a:r>
          </a:p>
        </p:txBody>
      </p:sp>
      <p:sp>
        <p:nvSpPr>
          <p:cNvPr id="6" name="Rectangle 5"/>
          <p:cNvSpPr/>
          <p:nvPr/>
        </p:nvSpPr>
        <p:spPr>
          <a:xfrm>
            <a:off x="304800" y="5105400"/>
            <a:ext cx="2971800" cy="1477328"/>
          </a:xfrm>
          <a:prstGeom prst="rect">
            <a:avLst/>
          </a:prstGeom>
        </p:spPr>
        <p:txBody>
          <a:bodyPr wrap="square">
            <a:spAutoFit/>
          </a:bodyPr>
          <a:lstStyle/>
          <a:p>
            <a:r>
              <a:rPr lang="en-US" dirty="0" smtClean="0">
                <a:solidFill>
                  <a:schemeClr val="tx2"/>
                </a:solidFill>
                <a:latin typeface="Times New Roman" pitchFamily="18" charset="0"/>
                <a:cs typeface="Times New Roman" pitchFamily="18" charset="0"/>
              </a:rPr>
              <a:t>A </a:t>
            </a:r>
            <a:r>
              <a:rPr lang="en-US" i="1" dirty="0" smtClean="0">
                <a:solidFill>
                  <a:schemeClr val="tx2"/>
                </a:solidFill>
                <a:latin typeface="Times New Roman" pitchFamily="18" charset="0"/>
                <a:cs typeface="Times New Roman" pitchFamily="18" charset="0"/>
              </a:rPr>
              <a:t>hexahedron</a:t>
            </a:r>
            <a:r>
              <a:rPr lang="en-US" dirty="0" smtClean="0">
                <a:solidFill>
                  <a:schemeClr val="tx2"/>
                </a:solidFill>
                <a:latin typeface="Times New Roman" pitchFamily="18" charset="0"/>
                <a:cs typeface="Times New Roman" pitchFamily="18" charset="0"/>
              </a:rPr>
              <a:t> (cube) has eight points, six faces, and twelve edges that are perpendicular to each other, forming 90 degree angles. </a:t>
            </a:r>
            <a:endParaRPr lang="en-US" dirty="0">
              <a:latin typeface="Times New Roman" pitchFamily="18" charset="0"/>
              <a:cs typeface="Times New Roman" pitchFamily="18" charset="0"/>
            </a:endParaRPr>
          </a:p>
        </p:txBody>
      </p:sp>
      <p:sp>
        <p:nvSpPr>
          <p:cNvPr id="7" name="Rectangle 6"/>
          <p:cNvSpPr/>
          <p:nvPr/>
        </p:nvSpPr>
        <p:spPr>
          <a:xfrm>
            <a:off x="3276600" y="5105400"/>
            <a:ext cx="2743200" cy="1477328"/>
          </a:xfrm>
          <a:prstGeom prst="rect">
            <a:avLst/>
          </a:prstGeom>
        </p:spPr>
        <p:txBody>
          <a:bodyPr wrap="square">
            <a:spAutoFit/>
          </a:bodyPr>
          <a:lstStyle/>
          <a:p>
            <a:pPr algn="just"/>
            <a:r>
              <a:rPr lang="en-US" smtClean="0">
                <a:solidFill>
                  <a:schemeClr val="tx2"/>
                </a:solidFill>
                <a:latin typeface="Times New Roman" pitchFamily="18" charset="0"/>
                <a:cs typeface="Times New Roman" pitchFamily="18" charset="0"/>
              </a:rPr>
              <a:t>An </a:t>
            </a:r>
            <a:r>
              <a:rPr lang="en-US" i="1" smtClean="0">
                <a:solidFill>
                  <a:schemeClr val="tx2"/>
                </a:solidFill>
                <a:latin typeface="Times New Roman" pitchFamily="18" charset="0"/>
                <a:cs typeface="Times New Roman" pitchFamily="18" charset="0"/>
              </a:rPr>
              <a:t>octahedron</a:t>
            </a:r>
            <a:r>
              <a:rPr lang="en-US" smtClean="0">
                <a:solidFill>
                  <a:schemeClr val="tx2"/>
                </a:solidFill>
                <a:latin typeface="Times New Roman" pitchFamily="18" charset="0"/>
                <a:cs typeface="Times New Roman" pitchFamily="18" charset="0"/>
              </a:rPr>
              <a:t> has two four sided pyramids lying base to base, and is totally symmetrical with no top, or bottom and has eight faces. </a:t>
            </a:r>
            <a:endParaRPr lang="en-US" dirty="0">
              <a:latin typeface="Times New Roman" pitchFamily="18" charset="0"/>
              <a:cs typeface="Times New Roman" pitchFamily="18" charset="0"/>
            </a:endParaRPr>
          </a:p>
        </p:txBody>
      </p:sp>
      <p:sp>
        <p:nvSpPr>
          <p:cNvPr id="8" name="Rectangle 7"/>
          <p:cNvSpPr/>
          <p:nvPr/>
        </p:nvSpPr>
        <p:spPr>
          <a:xfrm>
            <a:off x="6248400" y="5105400"/>
            <a:ext cx="2438400" cy="923330"/>
          </a:xfrm>
          <a:prstGeom prst="rect">
            <a:avLst/>
          </a:prstGeom>
        </p:spPr>
        <p:txBody>
          <a:bodyPr wrap="square">
            <a:spAutoFit/>
          </a:bodyPr>
          <a:lstStyle/>
          <a:p>
            <a:pPr algn="justLow"/>
            <a:r>
              <a:rPr lang="en-US" dirty="0" smtClean="0">
                <a:solidFill>
                  <a:schemeClr val="tx2"/>
                </a:solidFill>
                <a:latin typeface="Times New Roman" pitchFamily="18" charset="0"/>
              </a:rPr>
              <a:t>A </a:t>
            </a:r>
            <a:r>
              <a:rPr lang="en-US" i="1" dirty="0" smtClean="0">
                <a:solidFill>
                  <a:schemeClr val="tx2"/>
                </a:solidFill>
                <a:latin typeface="Times New Roman" pitchFamily="18" charset="0"/>
              </a:rPr>
              <a:t>tetrahedron</a:t>
            </a:r>
            <a:r>
              <a:rPr lang="en-US" dirty="0" smtClean="0">
                <a:solidFill>
                  <a:schemeClr val="tx2"/>
                </a:solidFill>
                <a:latin typeface="Times New Roman" pitchFamily="18" charset="0"/>
              </a:rPr>
              <a:t> has four equilateral triangular faces. </a:t>
            </a:r>
            <a:endParaRPr lang="en-US" dirty="0">
              <a:solidFill>
                <a:schemeClr val="tx2"/>
              </a:solidFill>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323591"/>
                                        </p:tgtEl>
                                        <p:attrNameLst>
                                          <p:attrName>style.visibility</p:attrName>
                                        </p:attrNameLst>
                                      </p:cBhvr>
                                      <p:to>
                                        <p:strVal val="visible"/>
                                      </p:to>
                                    </p:set>
                                    <p:animEffect transition="in" filter="checkerboard(across)">
                                      <p:cBhvr>
                                        <p:cTn id="7" dur="500"/>
                                        <p:tgtEl>
                                          <p:spTgt spid="323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4616" name="Text Box 8"/>
          <p:cNvSpPr txBox="1">
            <a:spLocks noChangeArrowheads="1"/>
          </p:cNvSpPr>
          <p:nvPr/>
        </p:nvSpPr>
        <p:spPr bwMode="auto">
          <a:xfrm>
            <a:off x="381000" y="1600200"/>
            <a:ext cx="4343400" cy="4708525"/>
          </a:xfrm>
          <a:prstGeom prst="rect">
            <a:avLst/>
          </a:prstGeom>
          <a:noFill/>
          <a:ln w="9525">
            <a:noFill/>
            <a:miter lim="800000"/>
            <a:headEnd/>
            <a:tailEnd/>
          </a:ln>
        </p:spPr>
        <p:txBody>
          <a:bodyPr>
            <a:spAutoFit/>
          </a:bodyPr>
          <a:lstStyle/>
          <a:p>
            <a:pPr algn="just">
              <a:spcBef>
                <a:spcPct val="50000"/>
              </a:spcBef>
              <a:defRPr/>
            </a:pPr>
            <a:r>
              <a:rPr lang="en-US" sz="2000" dirty="0">
                <a:solidFill>
                  <a:srgbClr val="000066"/>
                </a:solidFill>
                <a:latin typeface="Times New Roman" pitchFamily="18" charset="0"/>
              </a:rPr>
              <a:t>A </a:t>
            </a:r>
            <a:r>
              <a:rPr lang="en-US" sz="2000" i="1" dirty="0">
                <a:solidFill>
                  <a:srgbClr val="000066"/>
                </a:solidFill>
                <a:latin typeface="Times New Roman" pitchFamily="18" charset="0"/>
              </a:rPr>
              <a:t>dodecahedron</a:t>
            </a:r>
            <a:r>
              <a:rPr lang="en-US" sz="2000" dirty="0">
                <a:solidFill>
                  <a:srgbClr val="000066"/>
                </a:solidFill>
                <a:latin typeface="Times New Roman" pitchFamily="18" charset="0"/>
              </a:rPr>
              <a:t> has 12 faces and there are four types of </a:t>
            </a:r>
            <a:r>
              <a:rPr lang="en-US" sz="2000" i="1" dirty="0">
                <a:solidFill>
                  <a:srgbClr val="000066"/>
                </a:solidFill>
                <a:latin typeface="Times New Roman" pitchFamily="18" charset="0"/>
              </a:rPr>
              <a:t>dodecahedrons</a:t>
            </a:r>
            <a:r>
              <a:rPr lang="en-US" sz="2000" dirty="0">
                <a:solidFill>
                  <a:srgbClr val="000066"/>
                </a:solidFill>
                <a:latin typeface="Times New Roman" pitchFamily="18" charset="0"/>
              </a:rPr>
              <a:t> listed in order of descending symmetry: </a:t>
            </a:r>
          </a:p>
          <a:p>
            <a:pPr marL="457200" indent="-457200" algn="just">
              <a:spcBef>
                <a:spcPct val="50000"/>
              </a:spcBef>
              <a:buFontTx/>
              <a:buAutoNum type="arabicPeriod"/>
              <a:defRPr/>
            </a:pPr>
            <a:r>
              <a:rPr lang="en-US" sz="2000" dirty="0">
                <a:solidFill>
                  <a:srgbClr val="000066"/>
                </a:solidFill>
                <a:latin typeface="Times New Roman" pitchFamily="18" charset="0"/>
              </a:rPr>
              <a:t>Symmetrical pentagonal (five edged polygons) dodecahedrons, </a:t>
            </a:r>
          </a:p>
          <a:p>
            <a:pPr marL="457200" indent="-457200" algn="just">
              <a:spcBef>
                <a:spcPct val="50000"/>
              </a:spcBef>
              <a:buFontTx/>
              <a:buAutoNum type="arabicPeriod"/>
              <a:defRPr/>
            </a:pPr>
            <a:r>
              <a:rPr lang="en-US" sz="2000" dirty="0">
                <a:solidFill>
                  <a:srgbClr val="000066"/>
                </a:solidFill>
                <a:latin typeface="Times New Roman" pitchFamily="18" charset="0"/>
              </a:rPr>
              <a:t>Asymmetrical (</a:t>
            </a:r>
            <a:r>
              <a:rPr lang="en-US" sz="2000" dirty="0" err="1">
                <a:solidFill>
                  <a:srgbClr val="000066"/>
                </a:solidFill>
                <a:latin typeface="Times New Roman" pitchFamily="18" charset="0"/>
              </a:rPr>
              <a:t>tetartoid</a:t>
            </a:r>
            <a:r>
              <a:rPr lang="en-US" sz="2000" dirty="0">
                <a:solidFill>
                  <a:srgbClr val="000066"/>
                </a:solidFill>
                <a:latin typeface="Times New Roman" pitchFamily="18" charset="0"/>
              </a:rPr>
              <a:t>) pentagonal dodecahedrons, </a:t>
            </a:r>
          </a:p>
          <a:p>
            <a:pPr marL="457200" indent="-457200" algn="just">
              <a:spcBef>
                <a:spcPct val="50000"/>
              </a:spcBef>
              <a:buFontTx/>
              <a:buAutoNum type="arabicPeriod"/>
              <a:defRPr/>
            </a:pPr>
            <a:r>
              <a:rPr lang="en-US" sz="2000" dirty="0">
                <a:solidFill>
                  <a:srgbClr val="000066"/>
                </a:solidFill>
                <a:latin typeface="Times New Roman" pitchFamily="18" charset="0"/>
              </a:rPr>
              <a:t>Delta (four edged polygons) dodecahedrons, and </a:t>
            </a:r>
          </a:p>
          <a:p>
            <a:pPr marL="457200" indent="-457200" algn="just">
              <a:spcBef>
                <a:spcPct val="50000"/>
              </a:spcBef>
              <a:buFontTx/>
              <a:buAutoNum type="arabicPeriod"/>
              <a:defRPr/>
            </a:pPr>
            <a:r>
              <a:rPr lang="en-US" sz="2000" dirty="0">
                <a:solidFill>
                  <a:srgbClr val="000066"/>
                </a:solidFill>
                <a:latin typeface="Times New Roman" pitchFamily="18" charset="0"/>
              </a:rPr>
              <a:t>Rhombic dodecahedrons. A </a:t>
            </a:r>
            <a:r>
              <a:rPr lang="en-US" sz="2000" dirty="0" err="1">
                <a:solidFill>
                  <a:srgbClr val="000066"/>
                </a:solidFill>
                <a:latin typeface="Times New Roman" pitchFamily="18" charset="0"/>
              </a:rPr>
              <a:t>Hexoctahedron</a:t>
            </a:r>
            <a:r>
              <a:rPr lang="en-US" sz="2000" dirty="0">
                <a:solidFill>
                  <a:srgbClr val="000066"/>
                </a:solidFill>
                <a:latin typeface="Times New Roman" pitchFamily="18" charset="0"/>
              </a:rPr>
              <a:t> is a multi-faceted dodecahedron with 48 triangular faces.</a:t>
            </a:r>
          </a:p>
        </p:txBody>
      </p:sp>
      <p:pic>
        <p:nvPicPr>
          <p:cNvPr id="324617" name="Picture 9"/>
          <p:cNvPicPr>
            <a:picLocks noChangeAspect="1" noChangeArrowheads="1"/>
          </p:cNvPicPr>
          <p:nvPr/>
        </p:nvPicPr>
        <p:blipFill>
          <a:blip r:embed="rId2" cstate="print"/>
          <a:srcRect/>
          <a:stretch>
            <a:fillRect/>
          </a:stretch>
        </p:blipFill>
        <p:spPr bwMode="auto">
          <a:xfrm>
            <a:off x="5410200" y="2133600"/>
            <a:ext cx="3129020" cy="2771611"/>
          </a:xfrm>
          <a:prstGeom prst="rect">
            <a:avLst/>
          </a:prstGeom>
          <a:noFill/>
          <a:ln w="9525">
            <a:noFill/>
            <a:miter lim="800000"/>
            <a:headEnd/>
            <a:tailEnd/>
          </a:ln>
        </p:spPr>
      </p:pic>
      <p:grpSp>
        <p:nvGrpSpPr>
          <p:cNvPr id="2" name="Group 7"/>
          <p:cNvGrpSpPr/>
          <p:nvPr/>
        </p:nvGrpSpPr>
        <p:grpSpPr>
          <a:xfrm>
            <a:off x="914400" y="381000"/>
            <a:ext cx="4495800" cy="995065"/>
            <a:chOff x="1905000" y="381000"/>
            <a:chExt cx="4495800" cy="995065"/>
          </a:xfrm>
        </p:grpSpPr>
        <p:sp>
          <p:nvSpPr>
            <p:cNvPr id="324623" name="Text Box 15"/>
            <p:cNvSpPr txBox="1">
              <a:spLocks noChangeArrowheads="1"/>
            </p:cNvSpPr>
            <p:nvPr/>
          </p:nvSpPr>
          <p:spPr bwMode="auto">
            <a:xfrm>
              <a:off x="2133600" y="914400"/>
              <a:ext cx="3657600" cy="461665"/>
            </a:xfrm>
            <a:prstGeom prst="rect">
              <a:avLst/>
            </a:prstGeom>
            <a:noFill/>
            <a:ln w="9525">
              <a:noFill/>
              <a:miter lim="800000"/>
              <a:headEnd/>
              <a:tailEnd/>
            </a:ln>
          </p:spPr>
          <p:txBody>
            <a:bodyPr>
              <a:spAutoFit/>
            </a:bodyPr>
            <a:lstStyle/>
            <a:p>
              <a:pPr>
                <a:spcBef>
                  <a:spcPct val="50000"/>
                </a:spcBef>
              </a:pPr>
              <a:r>
                <a:rPr lang="en-US" sz="2400" i="1" dirty="0" smtClean="0">
                  <a:solidFill>
                    <a:srgbClr val="000066"/>
                  </a:solidFill>
                  <a:latin typeface="Times New Roman" pitchFamily="18" charset="0"/>
                </a:rPr>
                <a:t>Continued</a:t>
              </a:r>
              <a:r>
                <a:rPr lang="en-US" sz="2400" dirty="0" smtClean="0">
                  <a:solidFill>
                    <a:srgbClr val="000066"/>
                  </a:solidFill>
                  <a:latin typeface="Times New Roman" pitchFamily="18" charset="0"/>
                </a:rPr>
                <a:t> </a:t>
              </a:r>
              <a:endParaRPr lang="en-US" sz="2400" dirty="0">
                <a:solidFill>
                  <a:srgbClr val="000066"/>
                </a:solidFill>
                <a:latin typeface="Times New Roman" pitchFamily="18" charset="0"/>
              </a:endParaRPr>
            </a:p>
          </p:txBody>
        </p:sp>
        <p:sp>
          <p:nvSpPr>
            <p:cNvPr id="7" name="Text Box 2"/>
            <p:cNvSpPr txBox="1">
              <a:spLocks noChangeArrowheads="1"/>
            </p:cNvSpPr>
            <p:nvPr/>
          </p:nvSpPr>
          <p:spPr bwMode="auto">
            <a:xfrm>
              <a:off x="1905000" y="381000"/>
              <a:ext cx="4495800" cy="553998"/>
            </a:xfrm>
            <a:prstGeom prst="rect">
              <a:avLst/>
            </a:prstGeom>
            <a:noFill/>
            <a:ln w="9525">
              <a:noFill/>
              <a:miter lim="800000"/>
              <a:headEnd/>
              <a:tailEnd/>
            </a:ln>
          </p:spPr>
          <p:txBody>
            <a:bodyPr wrap="square">
              <a:spAutoFit/>
            </a:bodyPr>
            <a:lstStyle/>
            <a:p>
              <a:pPr algn="l">
                <a:spcBef>
                  <a:spcPct val="50000"/>
                </a:spcBef>
                <a:defRPr/>
              </a:pPr>
              <a:r>
                <a:rPr lang="en-US" sz="30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Close Isometric Forms</a:t>
              </a:r>
              <a:endParaRPr lang="en-US" sz="30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4616"/>
                                        </p:tgtEl>
                                        <p:attrNameLst>
                                          <p:attrName>style.visibility</p:attrName>
                                        </p:attrNameLst>
                                      </p:cBhvr>
                                      <p:to>
                                        <p:strVal val="visible"/>
                                      </p:to>
                                    </p:set>
                                    <p:animEffect transition="in" filter="checkerboard(across)">
                                      <p:cBhvr>
                                        <p:cTn id="7" dur="500"/>
                                        <p:tgtEl>
                                          <p:spTgt spid="32461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24617"/>
                                        </p:tgtEl>
                                        <p:attrNameLst>
                                          <p:attrName>style.visibility</p:attrName>
                                        </p:attrNameLst>
                                      </p:cBhvr>
                                      <p:to>
                                        <p:strVal val="visible"/>
                                      </p:to>
                                    </p:set>
                                    <p:animEffect transition="in" filter="box(in)">
                                      <p:cBhvr>
                                        <p:cTn id="12" dur="500"/>
                                        <p:tgtEl>
                                          <p:spTgt spid="324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6"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6"/>
          <p:cNvSpPr/>
          <p:nvPr/>
        </p:nvSpPr>
        <p:spPr>
          <a:xfrm>
            <a:off x="914400" y="457200"/>
            <a:ext cx="7404100" cy="646331"/>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en-US" sz="3600" b="1" cap="none" spc="0" dirty="0" smtClean="0">
                <a:ln/>
                <a:solidFill>
                  <a:schemeClr val="accent3"/>
                </a:solidFill>
                <a:effectLst/>
                <a:latin typeface="Times New Roman" pitchFamily="18" charset="0"/>
              </a:rPr>
              <a:t>Closed non-Isometric Forms </a:t>
            </a:r>
            <a:r>
              <a:rPr lang="en-US" sz="2400" i="1" dirty="0" smtClean="0">
                <a:solidFill>
                  <a:srgbClr val="000066"/>
                </a:solidFill>
                <a:latin typeface="Times New Roman" pitchFamily="18" charset="0"/>
              </a:rPr>
              <a:t>Continued…</a:t>
            </a:r>
            <a:endParaRPr lang="en-US" sz="3600" b="1" cap="none" spc="0" dirty="0">
              <a:ln/>
              <a:solidFill>
                <a:schemeClr val="accent3"/>
              </a:solidFill>
              <a:effectLst/>
            </a:endParaRPr>
          </a:p>
        </p:txBody>
      </p:sp>
      <p:sp>
        <p:nvSpPr>
          <p:cNvPr id="2" name="Rectangle 1"/>
          <p:cNvSpPr/>
          <p:nvPr/>
        </p:nvSpPr>
        <p:spPr>
          <a:xfrm>
            <a:off x="228600" y="1447800"/>
            <a:ext cx="4177169" cy="2569934"/>
          </a:xfrm>
          <a:prstGeom prst="rect">
            <a:avLst/>
          </a:prstGeom>
        </p:spPr>
        <p:txBody>
          <a:bodyPr wrap="none">
            <a:spAutoFit/>
          </a:bodyPr>
          <a:lstStyle/>
          <a:p>
            <a:pPr marL="342900" indent="-342900" algn="just">
              <a:spcAft>
                <a:spcPts val="600"/>
              </a:spcAft>
              <a:buAutoNum type="arabicPeriod"/>
            </a:pPr>
            <a:r>
              <a:rPr lang="en-US" dirty="0" smtClean="0"/>
              <a:t>Hexagonal </a:t>
            </a:r>
            <a:r>
              <a:rPr lang="en-US" dirty="0"/>
              <a:t>(</a:t>
            </a:r>
            <a:r>
              <a:rPr lang="en-US" dirty="0" err="1"/>
              <a:t>Trigonal</a:t>
            </a:r>
            <a:r>
              <a:rPr lang="en-US" dirty="0"/>
              <a:t>) Closed </a:t>
            </a:r>
            <a:r>
              <a:rPr lang="en-US" dirty="0" smtClean="0"/>
              <a:t>Forms</a:t>
            </a:r>
          </a:p>
          <a:p>
            <a:pPr marL="800100" lvl="1" indent="-342900" algn="just">
              <a:spcAft>
                <a:spcPts val="600"/>
              </a:spcAft>
              <a:buFont typeface="+mj-lt"/>
              <a:buAutoNum type="alphaLcParenR"/>
            </a:pPr>
            <a:r>
              <a:rPr lang="en-US" sz="1500" dirty="0"/>
              <a:t>Hexagonal Pyramid </a:t>
            </a:r>
          </a:p>
          <a:p>
            <a:pPr marL="800100" lvl="1" indent="-342900" algn="just">
              <a:spcAft>
                <a:spcPts val="600"/>
              </a:spcAft>
              <a:buFont typeface="+mj-lt"/>
              <a:buAutoNum type="alphaLcParenR"/>
            </a:pPr>
            <a:r>
              <a:rPr lang="en-US" sz="1500" dirty="0"/>
              <a:t>Hexagonal </a:t>
            </a:r>
            <a:r>
              <a:rPr lang="en-US" sz="1500" dirty="0" err="1"/>
              <a:t>Bipyramid</a:t>
            </a:r>
            <a:r>
              <a:rPr lang="en-US" sz="1500" dirty="0"/>
              <a:t> (</a:t>
            </a:r>
            <a:r>
              <a:rPr lang="en-US" sz="1500" i="1" dirty="0"/>
              <a:t>Apatite</a:t>
            </a:r>
            <a:r>
              <a:rPr lang="en-US" sz="1500" dirty="0"/>
              <a:t>) </a:t>
            </a:r>
          </a:p>
          <a:p>
            <a:pPr marL="800100" lvl="1" indent="-342900" algn="just">
              <a:spcAft>
                <a:spcPts val="600"/>
              </a:spcAft>
              <a:buFont typeface="+mj-lt"/>
              <a:buAutoNum type="alphaLcParenR"/>
            </a:pPr>
            <a:r>
              <a:rPr lang="en-US" sz="1500" dirty="0" err="1"/>
              <a:t>Dihexagonal</a:t>
            </a:r>
            <a:r>
              <a:rPr lang="en-US" sz="1500" dirty="0"/>
              <a:t> </a:t>
            </a:r>
            <a:r>
              <a:rPr lang="en-US" sz="1500" dirty="0" err="1"/>
              <a:t>bipyramid</a:t>
            </a:r>
            <a:r>
              <a:rPr lang="en-US" sz="1500" dirty="0"/>
              <a:t> (</a:t>
            </a:r>
            <a:r>
              <a:rPr lang="en-US" sz="1500" i="1" dirty="0"/>
              <a:t>Beryl</a:t>
            </a:r>
            <a:r>
              <a:rPr lang="en-US" sz="1500" dirty="0"/>
              <a:t>) </a:t>
            </a:r>
          </a:p>
          <a:p>
            <a:pPr marL="800100" lvl="1" indent="-342900" algn="just">
              <a:spcAft>
                <a:spcPts val="600"/>
              </a:spcAft>
              <a:buFont typeface="+mj-lt"/>
              <a:buAutoNum type="alphaLcParenR"/>
            </a:pPr>
            <a:r>
              <a:rPr lang="en-US" sz="1500" dirty="0"/>
              <a:t>Hexagonal </a:t>
            </a:r>
            <a:r>
              <a:rPr lang="en-US" sz="1500" dirty="0" err="1"/>
              <a:t>Trapezohedron</a:t>
            </a:r>
            <a:r>
              <a:rPr lang="en-US" sz="1500" dirty="0"/>
              <a:t> </a:t>
            </a:r>
          </a:p>
          <a:p>
            <a:pPr marL="800100" lvl="1" indent="-342900" algn="just">
              <a:spcAft>
                <a:spcPts val="600"/>
              </a:spcAft>
              <a:buFont typeface="+mj-lt"/>
              <a:buAutoNum type="alphaLcParenR"/>
            </a:pPr>
            <a:r>
              <a:rPr lang="en-US" sz="1500" dirty="0"/>
              <a:t>Hexagonal </a:t>
            </a:r>
            <a:r>
              <a:rPr lang="en-US" sz="1500" dirty="0" err="1"/>
              <a:t>Scalenohedron</a:t>
            </a:r>
            <a:r>
              <a:rPr lang="en-US" sz="1500" dirty="0"/>
              <a:t> </a:t>
            </a:r>
          </a:p>
          <a:p>
            <a:pPr marL="800100" lvl="1" indent="-342900" algn="just">
              <a:spcAft>
                <a:spcPts val="600"/>
              </a:spcAft>
              <a:buFont typeface="+mj-lt"/>
              <a:buAutoNum type="alphaLcParenR"/>
            </a:pPr>
            <a:r>
              <a:rPr lang="en-US" sz="1500" dirty="0" err="1"/>
              <a:t>Tetrahexahedron</a:t>
            </a:r>
            <a:r>
              <a:rPr lang="en-US" sz="1500" dirty="0"/>
              <a:t> </a:t>
            </a:r>
          </a:p>
          <a:p>
            <a:pPr marL="342900" indent="-342900" algn="just">
              <a:spcAft>
                <a:spcPts val="600"/>
              </a:spcAft>
              <a:buAutoNum type="arabicPeriod"/>
            </a:pPr>
            <a:endParaRPr lang="en-US" dirty="0"/>
          </a:p>
        </p:txBody>
      </p:sp>
      <p:sp>
        <p:nvSpPr>
          <p:cNvPr id="3" name="Rectangle 2"/>
          <p:cNvSpPr/>
          <p:nvPr/>
        </p:nvSpPr>
        <p:spPr>
          <a:xfrm>
            <a:off x="4419600" y="1465262"/>
            <a:ext cx="4572000" cy="2769989"/>
          </a:xfrm>
          <a:prstGeom prst="rect">
            <a:avLst/>
          </a:prstGeom>
        </p:spPr>
        <p:txBody>
          <a:bodyPr>
            <a:spAutoFit/>
          </a:bodyPr>
          <a:lstStyle/>
          <a:p>
            <a:pPr marL="342900" indent="-342900" algn="just">
              <a:spcAft>
                <a:spcPts val="600"/>
              </a:spcAft>
              <a:buFont typeface="+mj-lt"/>
              <a:buAutoNum type="arabicPeriod" startAt="2"/>
            </a:pPr>
            <a:r>
              <a:rPr lang="en-US" dirty="0" smtClean="0"/>
              <a:t>Tetragonal </a:t>
            </a:r>
            <a:r>
              <a:rPr lang="en-US" dirty="0"/>
              <a:t>Closed Forms</a:t>
            </a:r>
          </a:p>
          <a:p>
            <a:pPr marL="800100" lvl="1" indent="-342900" algn="just">
              <a:spcAft>
                <a:spcPts val="600"/>
              </a:spcAft>
              <a:buFont typeface="+mj-lt"/>
              <a:buAutoNum type="alphaLcParenR"/>
            </a:pPr>
            <a:r>
              <a:rPr lang="en-US" sz="1500" dirty="0"/>
              <a:t>Tetragonal </a:t>
            </a:r>
            <a:r>
              <a:rPr lang="en-US" sz="1500" dirty="0" err="1"/>
              <a:t>Disphenoid</a:t>
            </a:r>
            <a:r>
              <a:rPr lang="en-US" sz="1500" dirty="0"/>
              <a:t> </a:t>
            </a:r>
          </a:p>
          <a:p>
            <a:pPr marL="800100" lvl="1" indent="-342900" algn="just">
              <a:spcAft>
                <a:spcPts val="600"/>
              </a:spcAft>
              <a:buFont typeface="+mj-lt"/>
              <a:buAutoNum type="alphaLcParenR"/>
            </a:pPr>
            <a:r>
              <a:rPr lang="en-US" sz="1500" dirty="0"/>
              <a:t>Tetragonal </a:t>
            </a:r>
            <a:r>
              <a:rPr lang="en-US" sz="1500" dirty="0" err="1"/>
              <a:t>Scalenohedron</a:t>
            </a:r>
            <a:r>
              <a:rPr lang="en-US" sz="1500" dirty="0"/>
              <a:t> </a:t>
            </a:r>
          </a:p>
          <a:p>
            <a:pPr marL="800100" lvl="1" indent="-342900" algn="just">
              <a:spcAft>
                <a:spcPts val="600"/>
              </a:spcAft>
              <a:buFont typeface="+mj-lt"/>
              <a:buAutoNum type="alphaLcParenR"/>
            </a:pPr>
            <a:r>
              <a:rPr lang="en-US" sz="1500" dirty="0"/>
              <a:t>Tetragonal </a:t>
            </a:r>
            <a:r>
              <a:rPr lang="en-US" sz="1500" dirty="0" err="1"/>
              <a:t>Trapezohedron</a:t>
            </a:r>
            <a:r>
              <a:rPr lang="en-US" sz="1500" dirty="0"/>
              <a:t> </a:t>
            </a:r>
          </a:p>
          <a:p>
            <a:pPr marL="800100" lvl="1" indent="-342900" algn="just">
              <a:spcAft>
                <a:spcPts val="600"/>
              </a:spcAft>
              <a:buFont typeface="+mj-lt"/>
              <a:buAutoNum type="alphaLcParenR"/>
            </a:pPr>
            <a:r>
              <a:rPr lang="en-US" sz="1500" dirty="0"/>
              <a:t>Tetragonal </a:t>
            </a:r>
            <a:r>
              <a:rPr lang="en-US" sz="1500" dirty="0" err="1"/>
              <a:t>Trapezohedral</a:t>
            </a:r>
            <a:r>
              <a:rPr lang="en-US" sz="1500" dirty="0"/>
              <a:t> </a:t>
            </a:r>
            <a:r>
              <a:rPr lang="en-US" sz="1500" dirty="0" err="1"/>
              <a:t>Trisoctahedron</a:t>
            </a:r>
            <a:r>
              <a:rPr lang="en-US" sz="1500" dirty="0"/>
              <a:t> </a:t>
            </a:r>
          </a:p>
          <a:p>
            <a:pPr marL="800100" lvl="1" indent="-342900" algn="just">
              <a:spcAft>
                <a:spcPts val="600"/>
              </a:spcAft>
              <a:buFont typeface="+mj-lt"/>
              <a:buAutoNum type="alphaLcParenR"/>
            </a:pPr>
            <a:r>
              <a:rPr lang="en-US" sz="1500" dirty="0"/>
              <a:t>Tetragonal </a:t>
            </a:r>
            <a:r>
              <a:rPr lang="en-US" sz="1500" dirty="0" err="1"/>
              <a:t>Ditetragonal</a:t>
            </a:r>
            <a:r>
              <a:rPr lang="en-US" sz="1500" dirty="0"/>
              <a:t> </a:t>
            </a:r>
            <a:r>
              <a:rPr lang="en-US" sz="1500" dirty="0" err="1"/>
              <a:t>Bipyramidal</a:t>
            </a:r>
            <a:r>
              <a:rPr lang="en-US" sz="1500" dirty="0"/>
              <a:t> (</a:t>
            </a:r>
            <a:r>
              <a:rPr lang="en-US" sz="1500" i="1" dirty="0"/>
              <a:t>Rutile</a:t>
            </a:r>
            <a:r>
              <a:rPr lang="en-US" sz="1500" dirty="0"/>
              <a:t>) </a:t>
            </a:r>
          </a:p>
          <a:p>
            <a:pPr algn="just">
              <a:spcAft>
                <a:spcPts val="600"/>
              </a:spcAft>
            </a:pPr>
            <a:r>
              <a:rPr lang="en-US" dirty="0"/>
              <a:t/>
            </a:r>
            <a:br>
              <a:rPr lang="en-US" dirty="0"/>
            </a:br>
            <a:endParaRPr lang="en-US" dirty="0"/>
          </a:p>
        </p:txBody>
      </p:sp>
      <p:pic>
        <p:nvPicPr>
          <p:cNvPr id="177154" name="Picture 2" descr="Crystal Forms - Trigonal &amp; Hexagonal Closed Forms"/>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00781" y="4017734"/>
            <a:ext cx="7617719" cy="1777469"/>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9969561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7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6"/>
          <p:cNvSpPr/>
          <p:nvPr/>
        </p:nvSpPr>
        <p:spPr>
          <a:xfrm>
            <a:off x="914400" y="277267"/>
            <a:ext cx="7404100" cy="646331"/>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en-US" sz="3600" b="1" cap="none" spc="0" dirty="0" smtClean="0">
                <a:ln/>
                <a:solidFill>
                  <a:schemeClr val="accent3"/>
                </a:solidFill>
                <a:effectLst/>
                <a:latin typeface="Times New Roman" pitchFamily="18" charset="0"/>
              </a:rPr>
              <a:t>Closed non-Isometric Forms </a:t>
            </a:r>
            <a:r>
              <a:rPr lang="en-US" sz="2400" i="1" dirty="0" smtClean="0">
                <a:solidFill>
                  <a:srgbClr val="000066"/>
                </a:solidFill>
                <a:latin typeface="Times New Roman" pitchFamily="18" charset="0"/>
              </a:rPr>
              <a:t>Continued…</a:t>
            </a:r>
            <a:endParaRPr lang="en-US" sz="3600" b="1" cap="none" spc="0" dirty="0">
              <a:ln/>
              <a:solidFill>
                <a:schemeClr val="accent3"/>
              </a:solidFill>
              <a:effectLst/>
            </a:endParaRPr>
          </a:p>
        </p:txBody>
      </p:sp>
      <p:sp>
        <p:nvSpPr>
          <p:cNvPr id="4" name="Rectangle 3"/>
          <p:cNvSpPr/>
          <p:nvPr/>
        </p:nvSpPr>
        <p:spPr>
          <a:xfrm>
            <a:off x="381000" y="1226403"/>
            <a:ext cx="4572000" cy="2139047"/>
          </a:xfrm>
          <a:prstGeom prst="rect">
            <a:avLst/>
          </a:prstGeom>
        </p:spPr>
        <p:txBody>
          <a:bodyPr>
            <a:spAutoFit/>
          </a:bodyPr>
          <a:lstStyle/>
          <a:p>
            <a:pPr algn="just">
              <a:spcAft>
                <a:spcPts val="600"/>
              </a:spcAft>
            </a:pPr>
            <a:r>
              <a:rPr lang="en-US" dirty="0"/>
              <a:t>3. </a:t>
            </a:r>
            <a:r>
              <a:rPr lang="en-US" dirty="0" err="1"/>
              <a:t>Rhombohedral</a:t>
            </a:r>
            <a:r>
              <a:rPr lang="en-US" dirty="0"/>
              <a:t> Closed Forms</a:t>
            </a:r>
          </a:p>
          <a:p>
            <a:pPr marL="800100" lvl="1" indent="-342900" algn="just">
              <a:spcAft>
                <a:spcPts val="600"/>
              </a:spcAft>
              <a:buFont typeface="+mj-lt"/>
              <a:buAutoNum type="alphaLcParenR"/>
            </a:pPr>
            <a:r>
              <a:rPr lang="en-US" sz="1500" dirty="0" err="1"/>
              <a:t>Rhombohedral</a:t>
            </a:r>
            <a:r>
              <a:rPr lang="en-US" sz="1500" dirty="0"/>
              <a:t> </a:t>
            </a:r>
            <a:r>
              <a:rPr lang="en-US" sz="1500" dirty="0" err="1"/>
              <a:t>Trapezohedral</a:t>
            </a:r>
            <a:r>
              <a:rPr lang="en-US" sz="1500" dirty="0"/>
              <a:t> (</a:t>
            </a:r>
            <a:r>
              <a:rPr lang="en-US" sz="1500" i="1" dirty="0"/>
              <a:t>Quartz</a:t>
            </a:r>
            <a:r>
              <a:rPr lang="en-US" sz="1500" dirty="0"/>
              <a:t>) </a:t>
            </a:r>
          </a:p>
          <a:p>
            <a:pPr marL="800100" lvl="1" indent="-342900" algn="just">
              <a:spcAft>
                <a:spcPts val="600"/>
              </a:spcAft>
              <a:buFont typeface="+mj-lt"/>
              <a:buAutoNum type="alphaLcParenR"/>
            </a:pPr>
            <a:r>
              <a:rPr lang="en-US" sz="1500" dirty="0" err="1"/>
              <a:t>Rhombohedral</a:t>
            </a:r>
            <a:r>
              <a:rPr lang="en-US" sz="1500" dirty="0"/>
              <a:t> Hemimorphic (</a:t>
            </a:r>
            <a:r>
              <a:rPr lang="en-US" sz="1500" i="1" dirty="0"/>
              <a:t>Tourmaline</a:t>
            </a:r>
            <a:r>
              <a:rPr lang="en-US" sz="1500" dirty="0"/>
              <a:t>) </a:t>
            </a:r>
          </a:p>
          <a:p>
            <a:pPr marL="800100" lvl="1" indent="-342900" algn="just">
              <a:spcAft>
                <a:spcPts val="600"/>
              </a:spcAft>
              <a:buFont typeface="+mj-lt"/>
              <a:buAutoNum type="alphaLcParenR"/>
            </a:pPr>
            <a:r>
              <a:rPr lang="en-US" sz="1500" dirty="0" err="1"/>
              <a:t>Rhombohedral</a:t>
            </a:r>
            <a:r>
              <a:rPr lang="en-US" sz="1500" dirty="0"/>
              <a:t> </a:t>
            </a:r>
            <a:r>
              <a:rPr lang="en-US" sz="1500" dirty="0" err="1"/>
              <a:t>Holohedra</a:t>
            </a:r>
            <a:r>
              <a:rPr lang="en-US" sz="1500" dirty="0"/>
              <a:t> (</a:t>
            </a:r>
            <a:r>
              <a:rPr lang="en-US" sz="1500" i="1" dirty="0"/>
              <a:t>Calcite</a:t>
            </a:r>
            <a:r>
              <a:rPr lang="en-US" sz="1500" dirty="0"/>
              <a:t>) </a:t>
            </a:r>
          </a:p>
          <a:p>
            <a:pPr marL="800100" lvl="1" indent="-342900" algn="just">
              <a:spcAft>
                <a:spcPts val="600"/>
              </a:spcAft>
              <a:buFont typeface="+mj-lt"/>
              <a:buAutoNum type="alphaLcParenR"/>
            </a:pPr>
            <a:r>
              <a:rPr lang="en-US" sz="1500" dirty="0" err="1"/>
              <a:t>Rhombohedral</a:t>
            </a:r>
            <a:r>
              <a:rPr lang="en-US" sz="1500" dirty="0"/>
              <a:t> Dodecahedron (</a:t>
            </a:r>
            <a:r>
              <a:rPr lang="en-US" sz="1500" i="1" dirty="0"/>
              <a:t>Garnet, Fluorite</a:t>
            </a:r>
            <a:r>
              <a:rPr lang="en-US" sz="1500" dirty="0"/>
              <a:t>) </a:t>
            </a:r>
          </a:p>
          <a:p>
            <a:pPr marL="800100" lvl="1" indent="-342900" algn="just">
              <a:spcAft>
                <a:spcPts val="600"/>
              </a:spcAft>
              <a:buFont typeface="+mj-lt"/>
              <a:buAutoNum type="alphaLcParenR"/>
            </a:pPr>
            <a:r>
              <a:rPr lang="en-US" sz="1500" dirty="0" err="1"/>
              <a:t>Rhombohedral</a:t>
            </a:r>
            <a:r>
              <a:rPr lang="en-US" sz="1500" dirty="0"/>
              <a:t> </a:t>
            </a:r>
            <a:r>
              <a:rPr lang="en-US" sz="1500" dirty="0" err="1"/>
              <a:t>Trisoctahedron</a:t>
            </a:r>
            <a:r>
              <a:rPr lang="en-US" sz="1500" dirty="0"/>
              <a:t> </a:t>
            </a:r>
          </a:p>
        </p:txBody>
      </p:sp>
      <p:sp>
        <p:nvSpPr>
          <p:cNvPr id="5" name="Rectangle 4"/>
          <p:cNvSpPr/>
          <p:nvPr/>
        </p:nvSpPr>
        <p:spPr>
          <a:xfrm>
            <a:off x="4889500" y="1115467"/>
            <a:ext cx="4572000" cy="2846933"/>
          </a:xfrm>
          <a:prstGeom prst="rect">
            <a:avLst/>
          </a:prstGeom>
        </p:spPr>
        <p:txBody>
          <a:bodyPr>
            <a:spAutoFit/>
          </a:bodyPr>
          <a:lstStyle/>
          <a:p>
            <a:pPr algn="just">
              <a:spcAft>
                <a:spcPts val="600"/>
              </a:spcAft>
            </a:pPr>
            <a:r>
              <a:rPr lang="en-US" dirty="0"/>
              <a:t>4. Orthorhombic Closed Forms</a:t>
            </a:r>
          </a:p>
          <a:p>
            <a:pPr marL="800100" lvl="1" indent="-342900" algn="just">
              <a:spcAft>
                <a:spcPts val="600"/>
              </a:spcAft>
              <a:buFont typeface="+mj-lt"/>
              <a:buAutoNum type="alphaLcParenR"/>
            </a:pPr>
            <a:r>
              <a:rPr lang="en-US" sz="1500" dirty="0"/>
              <a:t>Rhombic Prism </a:t>
            </a:r>
          </a:p>
          <a:p>
            <a:pPr marL="800100" lvl="1" indent="-342900" algn="just">
              <a:spcAft>
                <a:spcPts val="600"/>
              </a:spcAft>
              <a:buFont typeface="+mj-lt"/>
              <a:buAutoNum type="alphaLcParenR"/>
            </a:pPr>
            <a:r>
              <a:rPr lang="en-US" sz="1500" dirty="0"/>
              <a:t>Rhombic Pyramid </a:t>
            </a:r>
          </a:p>
          <a:p>
            <a:pPr marL="800100" lvl="1" indent="-342900" algn="just">
              <a:spcAft>
                <a:spcPts val="600"/>
              </a:spcAft>
              <a:buFont typeface="+mj-lt"/>
              <a:buAutoNum type="alphaLcParenR"/>
            </a:pPr>
            <a:r>
              <a:rPr lang="en-US" sz="1500" dirty="0"/>
              <a:t>Rhombic </a:t>
            </a:r>
            <a:r>
              <a:rPr lang="en-US" sz="1500" dirty="0" err="1"/>
              <a:t>Dipyramid</a:t>
            </a:r>
            <a:r>
              <a:rPr lang="en-US" sz="1500" dirty="0"/>
              <a:t> </a:t>
            </a:r>
          </a:p>
          <a:p>
            <a:pPr marL="800100" lvl="1" indent="-342900" algn="just">
              <a:spcAft>
                <a:spcPts val="600"/>
              </a:spcAft>
              <a:buFont typeface="+mj-lt"/>
              <a:buAutoNum type="alphaLcParenR"/>
            </a:pPr>
            <a:r>
              <a:rPr lang="en-US" sz="1500" dirty="0"/>
              <a:t>Rhombic Hemimorphic </a:t>
            </a:r>
          </a:p>
          <a:p>
            <a:pPr marL="800100" lvl="1" indent="-342900" algn="just">
              <a:spcAft>
                <a:spcPts val="600"/>
              </a:spcAft>
              <a:buFont typeface="+mj-lt"/>
              <a:buAutoNum type="alphaLcParenR"/>
            </a:pPr>
            <a:r>
              <a:rPr lang="en-US" sz="1500" dirty="0"/>
              <a:t>Rhombic Sphenoid </a:t>
            </a:r>
          </a:p>
          <a:p>
            <a:pPr marL="800100" lvl="1" indent="-342900" algn="just">
              <a:spcAft>
                <a:spcPts val="600"/>
              </a:spcAft>
              <a:buFont typeface="+mj-lt"/>
              <a:buAutoNum type="alphaLcParenR"/>
            </a:pPr>
            <a:r>
              <a:rPr lang="en-US" sz="1500" dirty="0"/>
              <a:t>Rhombic Pyramid </a:t>
            </a:r>
          </a:p>
          <a:p>
            <a:pPr algn="just">
              <a:spcAft>
                <a:spcPts val="600"/>
              </a:spcAft>
            </a:pPr>
            <a:r>
              <a:rPr lang="en-US" dirty="0"/>
              <a:t/>
            </a:r>
            <a:br>
              <a:rPr lang="en-US" dirty="0"/>
            </a:br>
            <a:endParaRPr lang="en-US" dirty="0"/>
          </a:p>
        </p:txBody>
      </p:sp>
      <p:pic>
        <p:nvPicPr>
          <p:cNvPr id="182274" name="Picture 2" descr="Crystal Forms - Rhombic Closed Forms"/>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77900" y="3664802"/>
            <a:ext cx="6629400" cy="1546861"/>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609600" y="5569803"/>
            <a:ext cx="3200400" cy="830997"/>
          </a:xfrm>
          <a:prstGeom prst="rect">
            <a:avLst/>
          </a:prstGeom>
        </p:spPr>
        <p:txBody>
          <a:bodyPr wrap="square">
            <a:spAutoFit/>
          </a:bodyPr>
          <a:lstStyle/>
          <a:p>
            <a:pPr algn="just"/>
            <a:r>
              <a:rPr lang="en-US" dirty="0"/>
              <a:t>5. Monoclinic Closed Forms</a:t>
            </a:r>
          </a:p>
          <a:p>
            <a:pPr marL="800100" lvl="1" indent="-342900" algn="just">
              <a:buFont typeface="+mj-lt"/>
              <a:buAutoNum type="alphaLcParenR"/>
            </a:pPr>
            <a:r>
              <a:rPr lang="en-US" sz="1500" dirty="0"/>
              <a:t>Prism </a:t>
            </a:r>
          </a:p>
          <a:p>
            <a:pPr marL="800100" lvl="1" indent="-342900" algn="just">
              <a:buFont typeface="+mj-lt"/>
              <a:buAutoNum type="alphaLcParenR"/>
            </a:pPr>
            <a:r>
              <a:rPr lang="en-US" sz="1500" dirty="0"/>
              <a:t>Monoclinic </a:t>
            </a:r>
            <a:r>
              <a:rPr lang="en-US" sz="1500" dirty="0" err="1"/>
              <a:t>Clinopinacoid</a:t>
            </a:r>
            <a:r>
              <a:rPr lang="en-US" sz="1500" dirty="0"/>
              <a:t> </a:t>
            </a:r>
          </a:p>
        </p:txBody>
      </p:sp>
      <p:sp>
        <p:nvSpPr>
          <p:cNvPr id="8" name="Rectangle 7"/>
          <p:cNvSpPr/>
          <p:nvPr/>
        </p:nvSpPr>
        <p:spPr>
          <a:xfrm>
            <a:off x="5257800" y="5493603"/>
            <a:ext cx="2819400" cy="830997"/>
          </a:xfrm>
          <a:prstGeom prst="rect">
            <a:avLst/>
          </a:prstGeom>
        </p:spPr>
        <p:txBody>
          <a:bodyPr wrap="square">
            <a:spAutoFit/>
          </a:bodyPr>
          <a:lstStyle/>
          <a:p>
            <a:pPr algn="just"/>
            <a:r>
              <a:rPr lang="en-US" dirty="0"/>
              <a:t>6. Triclinic Closed Forms</a:t>
            </a:r>
          </a:p>
          <a:p>
            <a:pPr marL="800100" lvl="1" indent="-342900" algn="just">
              <a:buFont typeface="+mj-lt"/>
              <a:buAutoNum type="alphaLcParenR"/>
            </a:pPr>
            <a:r>
              <a:rPr lang="en-US" sz="1500" dirty="0"/>
              <a:t>Prism </a:t>
            </a:r>
          </a:p>
          <a:p>
            <a:pPr marL="800100" lvl="1" indent="-342900" algn="just">
              <a:buFont typeface="+mj-lt"/>
              <a:buAutoNum type="alphaLcParenR"/>
            </a:pPr>
            <a:r>
              <a:rPr lang="en-US" sz="1500" dirty="0"/>
              <a:t>Triclinic </a:t>
            </a:r>
            <a:r>
              <a:rPr lang="en-US" sz="1500" dirty="0" err="1"/>
              <a:t>Dipyramid</a:t>
            </a:r>
            <a:endParaRPr lang="en-US" sz="1500" dirty="0"/>
          </a:p>
        </p:txBody>
      </p:sp>
    </p:spTree>
    <p:extLst>
      <p:ext uri="{BB962C8B-B14F-4D97-AF65-F5344CB8AC3E}">
        <p14:creationId xmlns="" xmlns:p14="http://schemas.microsoft.com/office/powerpoint/2010/main" val="15032227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22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905000" y="304800"/>
            <a:ext cx="5715000" cy="553998"/>
          </a:xfrm>
          <a:prstGeom prst="rect">
            <a:avLst/>
          </a:prstGeom>
          <a:noFill/>
          <a:ln w="9525">
            <a:noFill/>
            <a:miter lim="800000"/>
            <a:headEnd/>
            <a:tailEnd/>
          </a:ln>
        </p:spPr>
        <p:txBody>
          <a:bodyPr wrap="square">
            <a:spAutoFit/>
          </a:bodyPr>
          <a:lstStyle/>
          <a:p>
            <a:pPr algn="l">
              <a:spcBef>
                <a:spcPct val="50000"/>
              </a:spcBef>
              <a:defRPr/>
            </a:pPr>
            <a:r>
              <a:rPr lang="en-US" sz="30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Seven (</a:t>
            </a:r>
            <a:r>
              <a:rPr lang="en-US" sz="3000" b="1" dirty="0" smtClean="0">
                <a:ln w="19050">
                  <a:solidFill>
                    <a:schemeClr val="tx2">
                      <a:tint val="1000"/>
                    </a:schemeClr>
                  </a:solidFill>
                  <a:prstDash val="solid"/>
                </a:ln>
                <a:solidFill>
                  <a:srgbClr val="FF0000"/>
                </a:solidFill>
                <a:effectLst>
                  <a:outerShdw blurRad="50000" dist="50800" dir="7500000" algn="tl">
                    <a:srgbClr val="000000">
                      <a:shade val="5000"/>
                      <a:alpha val="35000"/>
                    </a:srgbClr>
                  </a:outerShdw>
                </a:effectLst>
                <a:latin typeface="Comic Sans MS" pitchFamily="66" charset="0"/>
              </a:rPr>
              <a:t>7</a:t>
            </a:r>
            <a:r>
              <a:rPr lang="en-US" sz="30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rPr>
              <a:t>) Crystal Systems</a:t>
            </a:r>
            <a:endParaRPr lang="en-US" sz="30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Comic Sans MS" pitchFamily="66" charset="0"/>
            </a:endParaRPr>
          </a:p>
        </p:txBody>
      </p:sp>
      <p:sp>
        <p:nvSpPr>
          <p:cNvPr id="19" name="Rectangle 18"/>
          <p:cNvSpPr/>
          <p:nvPr/>
        </p:nvSpPr>
        <p:spPr>
          <a:xfrm>
            <a:off x="609600" y="1524000"/>
            <a:ext cx="2701381" cy="3970318"/>
          </a:xfrm>
          <a:prstGeom prst="rect">
            <a:avLst/>
          </a:prstGeom>
        </p:spPr>
        <p:txBody>
          <a:bodyPr wrap="none">
            <a:spAutoFit/>
          </a:bodyPr>
          <a:lstStyle/>
          <a:p>
            <a:pPr marL="457200" indent="-457200" algn="just">
              <a:lnSpc>
                <a:spcPct val="150000"/>
              </a:lnSpc>
              <a:buFont typeface="+mj-lt"/>
              <a:buAutoNum type="arabicPeriod"/>
            </a:pPr>
            <a:r>
              <a:rPr lang="en-US" sz="2400" b="1" dirty="0" smtClean="0">
                <a:ln w="19050">
                  <a:solidFill>
                    <a:schemeClr val="tx2">
                      <a:tint val="1000"/>
                    </a:schemeClr>
                  </a:solidFill>
                  <a:prstDash val="solid"/>
                </a:ln>
                <a:solidFill>
                  <a:srgbClr val="FF0000"/>
                </a:solidFill>
                <a:effectLst>
                  <a:outerShdw blurRad="38100" dist="38100" dir="2700000" algn="tl">
                    <a:srgbClr val="000000">
                      <a:alpha val="43137"/>
                    </a:srgbClr>
                  </a:outerShdw>
                </a:effectLst>
                <a:latin typeface="Comic Sans MS" pitchFamily="66" charset="0"/>
              </a:rPr>
              <a:t>Cubic</a:t>
            </a:r>
          </a:p>
          <a:p>
            <a:pPr marL="457200" indent="-457200" algn="just">
              <a:lnSpc>
                <a:spcPct val="150000"/>
              </a:lnSpc>
              <a:buFont typeface="+mj-lt"/>
              <a:buAutoNum type="arabicPeriod"/>
            </a:pPr>
            <a:r>
              <a:rPr lang="en-US" sz="2400" b="1" dirty="0" smtClean="0">
                <a:ln w="19050">
                  <a:solidFill>
                    <a:schemeClr val="tx2">
                      <a:tint val="1000"/>
                    </a:schemeClr>
                  </a:solidFill>
                  <a:prstDash val="solid"/>
                </a:ln>
                <a:solidFill>
                  <a:srgbClr val="FF0000"/>
                </a:solidFill>
                <a:effectLst>
                  <a:outerShdw blurRad="38100" dist="38100" dir="2700000" algn="tl">
                    <a:srgbClr val="000000">
                      <a:alpha val="43137"/>
                    </a:srgbClr>
                  </a:outerShdw>
                </a:effectLst>
                <a:latin typeface="Comic Sans MS" pitchFamily="66" charset="0"/>
              </a:rPr>
              <a:t>Hexagonal</a:t>
            </a:r>
          </a:p>
          <a:p>
            <a:pPr marL="457200" indent="-457200" algn="just">
              <a:lnSpc>
                <a:spcPct val="150000"/>
              </a:lnSpc>
              <a:buFont typeface="+mj-lt"/>
              <a:buAutoNum type="arabicPeriod"/>
            </a:pPr>
            <a:r>
              <a:rPr lang="en-US" sz="2400" b="1" dirty="0" err="1" smtClean="0">
                <a:ln w="19050">
                  <a:solidFill>
                    <a:schemeClr val="tx2">
                      <a:tint val="1000"/>
                    </a:schemeClr>
                  </a:solidFill>
                  <a:prstDash val="solid"/>
                </a:ln>
                <a:solidFill>
                  <a:srgbClr val="FF0000"/>
                </a:solidFill>
                <a:effectLst>
                  <a:outerShdw blurRad="38100" dist="38100" dir="2700000" algn="tl">
                    <a:srgbClr val="000000">
                      <a:alpha val="43137"/>
                    </a:srgbClr>
                  </a:outerShdw>
                </a:effectLst>
                <a:latin typeface="Comic Sans MS" pitchFamily="66" charset="0"/>
              </a:rPr>
              <a:t>Rhombohedral</a:t>
            </a:r>
            <a:endParaRPr lang="en-US" sz="2400" b="1" dirty="0" smtClean="0">
              <a:ln w="19050">
                <a:solidFill>
                  <a:schemeClr val="tx2">
                    <a:tint val="1000"/>
                  </a:schemeClr>
                </a:solidFill>
                <a:prstDash val="solid"/>
              </a:ln>
              <a:solidFill>
                <a:srgbClr val="FF0000"/>
              </a:solidFill>
              <a:effectLst>
                <a:outerShdw blurRad="38100" dist="38100" dir="2700000" algn="tl">
                  <a:srgbClr val="000000">
                    <a:alpha val="43137"/>
                  </a:srgbClr>
                </a:outerShdw>
              </a:effectLst>
              <a:latin typeface="Comic Sans MS" pitchFamily="66" charset="0"/>
            </a:endParaRPr>
          </a:p>
          <a:p>
            <a:pPr marL="457200" indent="-457200" algn="just">
              <a:lnSpc>
                <a:spcPct val="150000"/>
              </a:lnSpc>
              <a:buFont typeface="+mj-lt"/>
              <a:buAutoNum type="arabicPeriod"/>
            </a:pPr>
            <a:r>
              <a:rPr lang="en-US" sz="2400" b="1" dirty="0" smtClean="0">
                <a:ln w="19050">
                  <a:solidFill>
                    <a:schemeClr val="tx2">
                      <a:tint val="1000"/>
                    </a:schemeClr>
                  </a:solidFill>
                  <a:prstDash val="solid"/>
                </a:ln>
                <a:solidFill>
                  <a:srgbClr val="FF0000"/>
                </a:solidFill>
                <a:effectLst>
                  <a:outerShdw blurRad="38100" dist="38100" dir="2700000" algn="tl">
                    <a:srgbClr val="000000">
                      <a:alpha val="43137"/>
                    </a:srgbClr>
                  </a:outerShdw>
                </a:effectLst>
                <a:latin typeface="Comic Sans MS" pitchFamily="66" charset="0"/>
              </a:rPr>
              <a:t>Tetragonal</a:t>
            </a:r>
          </a:p>
          <a:p>
            <a:pPr marL="457200" indent="-457200" algn="just">
              <a:lnSpc>
                <a:spcPct val="150000"/>
              </a:lnSpc>
              <a:buFont typeface="+mj-lt"/>
              <a:buAutoNum type="arabicPeriod"/>
            </a:pPr>
            <a:r>
              <a:rPr lang="en-US" sz="2400" b="1" dirty="0" smtClean="0">
                <a:ln w="19050">
                  <a:solidFill>
                    <a:schemeClr val="tx2">
                      <a:tint val="1000"/>
                    </a:schemeClr>
                  </a:solidFill>
                  <a:prstDash val="solid"/>
                </a:ln>
                <a:solidFill>
                  <a:srgbClr val="FF0000"/>
                </a:solidFill>
                <a:effectLst>
                  <a:outerShdw blurRad="38100" dist="38100" dir="2700000" algn="tl">
                    <a:srgbClr val="000000">
                      <a:alpha val="43137"/>
                    </a:srgbClr>
                  </a:outerShdw>
                </a:effectLst>
                <a:latin typeface="Comic Sans MS" pitchFamily="66" charset="0"/>
              </a:rPr>
              <a:t>Orthorhombic</a:t>
            </a:r>
          </a:p>
          <a:p>
            <a:pPr marL="457200" indent="-457200" algn="just">
              <a:lnSpc>
                <a:spcPct val="150000"/>
              </a:lnSpc>
              <a:buFont typeface="+mj-lt"/>
              <a:buAutoNum type="arabicPeriod"/>
            </a:pPr>
            <a:r>
              <a:rPr lang="en-US" sz="2400" b="1" dirty="0" smtClean="0">
                <a:ln w="19050">
                  <a:solidFill>
                    <a:schemeClr val="tx2">
                      <a:tint val="1000"/>
                    </a:schemeClr>
                  </a:solidFill>
                  <a:prstDash val="solid"/>
                </a:ln>
                <a:solidFill>
                  <a:srgbClr val="FF0000"/>
                </a:solidFill>
                <a:effectLst>
                  <a:outerShdw blurRad="38100" dist="38100" dir="2700000" algn="tl">
                    <a:srgbClr val="000000">
                      <a:alpha val="43137"/>
                    </a:srgbClr>
                  </a:outerShdw>
                </a:effectLst>
                <a:latin typeface="Comic Sans MS" pitchFamily="66" charset="0"/>
              </a:rPr>
              <a:t>Monoclinic</a:t>
            </a:r>
          </a:p>
          <a:p>
            <a:pPr marL="457200" indent="-457200" algn="just">
              <a:lnSpc>
                <a:spcPct val="150000"/>
              </a:lnSpc>
              <a:buFont typeface="+mj-lt"/>
              <a:buAutoNum type="arabicPeriod"/>
            </a:pPr>
            <a:r>
              <a:rPr lang="en-US" sz="2400" b="1" dirty="0" smtClean="0">
                <a:ln w="19050">
                  <a:solidFill>
                    <a:schemeClr val="tx2">
                      <a:tint val="1000"/>
                    </a:schemeClr>
                  </a:solidFill>
                  <a:prstDash val="solid"/>
                </a:ln>
                <a:solidFill>
                  <a:srgbClr val="FF0000"/>
                </a:solidFill>
                <a:effectLst>
                  <a:outerShdw blurRad="38100" dist="38100" dir="2700000" algn="tl">
                    <a:srgbClr val="000000">
                      <a:alpha val="43137"/>
                    </a:srgbClr>
                  </a:outerShdw>
                </a:effectLst>
                <a:latin typeface="Comic Sans MS" pitchFamily="66" charset="0"/>
              </a:rPr>
              <a:t>triclinic</a:t>
            </a:r>
            <a:endParaRPr lang="en-US" sz="2400" dirty="0">
              <a:solidFill>
                <a:srgbClr val="FF0000"/>
              </a:solidFill>
              <a:effectLst>
                <a:outerShdw blurRad="38100" dist="38100" dir="2700000" algn="tl">
                  <a:srgbClr val="000000">
                    <a:alpha val="43137"/>
                  </a:srgbClr>
                </a:outerShdw>
              </a:effectLst>
            </a:endParaRPr>
          </a:p>
        </p:txBody>
      </p:sp>
      <p:pic>
        <p:nvPicPr>
          <p:cNvPr id="19458" name="Picture 2" descr="Image result for 7 crystal system"/>
          <p:cNvPicPr>
            <a:picLocks noChangeAspect="1" noChangeArrowheads="1"/>
          </p:cNvPicPr>
          <p:nvPr/>
        </p:nvPicPr>
        <p:blipFill>
          <a:blip r:embed="rId3"/>
          <a:srcRect/>
          <a:stretch>
            <a:fillRect/>
          </a:stretch>
        </p:blipFill>
        <p:spPr bwMode="auto">
          <a:xfrm>
            <a:off x="3429000" y="1600200"/>
            <a:ext cx="5410200" cy="4057651"/>
          </a:xfrm>
          <a:prstGeom prst="rect">
            <a:avLst/>
          </a:prstGeom>
          <a:noFill/>
        </p:spPr>
      </p:pic>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2" name="Picture 2" descr="http://www.chem.ox.ac.uk/icl/heyes/structure_of_solids/lecture1/Bravais.gif"/>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038600" y="1002224"/>
            <a:ext cx="4753970" cy="53985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2771373" y="380999"/>
            <a:ext cx="3091359" cy="461665"/>
          </a:xfrm>
          <a:prstGeom prst="rect">
            <a:avLst/>
          </a:prstGeom>
          <a:noFill/>
        </p:spPr>
        <p:txBody>
          <a:bodyPr wrap="none" lIns="91440" tIns="45720" rIns="91440" bIns="45720">
            <a:spAutoFit/>
          </a:bodyPr>
          <a:lstStyle/>
          <a:p>
            <a:pPr algn="ctr"/>
            <a:r>
              <a:rPr lang="en-US" sz="2400" b="1" cap="all" spc="0" dirty="0" err="1" smtClean="0">
                <a:ln w="9000" cmpd="sng">
                  <a:solidFill>
                    <a:schemeClr val="accent4">
                      <a:shade val="50000"/>
                      <a:satMod val="120000"/>
                    </a:schemeClr>
                  </a:solidFill>
                  <a:prstDash val="solid"/>
                </a:ln>
                <a:solidFill>
                  <a:schemeClr val="accent4">
                    <a:lumMod val="75000"/>
                  </a:schemeClr>
                </a:solidFill>
                <a:effectLst>
                  <a:reflection blurRad="12700" stA="28000" endPos="45000" dist="1000" dir="5400000" sy="-100000" algn="bl" rotWithShape="0"/>
                </a:effectLst>
              </a:rPr>
              <a:t>Bravais</a:t>
            </a:r>
            <a:r>
              <a:rPr lang="en-US" sz="2400" b="1" cap="all" spc="0" dirty="0" smtClean="0">
                <a:ln w="9000" cmpd="sng">
                  <a:solidFill>
                    <a:schemeClr val="accent4">
                      <a:shade val="50000"/>
                      <a:satMod val="120000"/>
                    </a:schemeClr>
                  </a:solidFill>
                  <a:prstDash val="solid"/>
                </a:ln>
                <a:solidFill>
                  <a:schemeClr val="accent4">
                    <a:lumMod val="75000"/>
                  </a:schemeClr>
                </a:solidFill>
                <a:effectLst>
                  <a:reflection blurRad="12700" stA="28000" endPos="45000" dist="1000" dir="5400000" sy="-100000" algn="bl" rotWithShape="0"/>
                </a:effectLst>
              </a:rPr>
              <a:t> Lattices</a:t>
            </a:r>
            <a:endParaRPr lang="en-US" sz="2400" b="1" cap="all" spc="0" dirty="0">
              <a:ln w="9000" cmpd="sng">
                <a:solidFill>
                  <a:schemeClr val="accent4">
                    <a:shade val="50000"/>
                    <a:satMod val="120000"/>
                  </a:schemeClr>
                </a:solidFill>
                <a:prstDash val="solid"/>
              </a:ln>
              <a:solidFill>
                <a:schemeClr val="accent4">
                  <a:lumMod val="75000"/>
                </a:schemeClr>
              </a:solidFill>
              <a:effectLst>
                <a:reflection blurRad="12700" stA="28000" endPos="45000" dist="1000" dir="5400000" sy="-100000" algn="bl" rotWithShape="0"/>
              </a:effectLst>
            </a:endParaRPr>
          </a:p>
        </p:txBody>
      </p:sp>
      <p:sp>
        <p:nvSpPr>
          <p:cNvPr id="5" name="TextBox 4"/>
          <p:cNvSpPr txBox="1"/>
          <p:nvPr/>
        </p:nvSpPr>
        <p:spPr>
          <a:xfrm>
            <a:off x="838200" y="1752600"/>
            <a:ext cx="2743518" cy="923330"/>
          </a:xfrm>
          <a:prstGeom prst="rect">
            <a:avLst/>
          </a:prstGeom>
          <a:noFill/>
        </p:spPr>
        <p:txBody>
          <a:bodyPr wrap="square" rtlCol="0">
            <a:spAutoFit/>
          </a:bodyPr>
          <a:lstStyle/>
          <a:p>
            <a:r>
              <a:rPr lang="en-IN" dirty="0" smtClean="0"/>
              <a:t>7 Crystal System</a:t>
            </a:r>
          </a:p>
          <a:p>
            <a:r>
              <a:rPr lang="en-IN" dirty="0" smtClean="0"/>
              <a:t>14 </a:t>
            </a:r>
            <a:r>
              <a:rPr lang="en-IN" dirty="0" err="1" smtClean="0"/>
              <a:t>Bravais</a:t>
            </a:r>
            <a:r>
              <a:rPr lang="en-IN" dirty="0" smtClean="0"/>
              <a:t> </a:t>
            </a:r>
            <a:r>
              <a:rPr lang="en-IN" dirty="0" smtClean="0"/>
              <a:t>Lattices</a:t>
            </a:r>
          </a:p>
          <a:p>
            <a:r>
              <a:rPr lang="en-IN" dirty="0" smtClean="0"/>
              <a:t>More than 40 Possible</a:t>
            </a:r>
            <a:endParaRPr lang="en-US" dirty="0"/>
          </a:p>
        </p:txBody>
      </p:sp>
      <p:sp>
        <p:nvSpPr>
          <p:cNvPr id="30722" name="AutoShape 2" descr="https://qph.ec.quoracdn.net/main-qimg-19b85d1340473ee0207a299612253953.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4" name="Picture 4" descr="https://qph.ec.quoracdn.net/main-qimg-19b85d1340473ee0207a299612253953"/>
          <p:cNvPicPr>
            <a:picLocks noChangeAspect="1" noChangeArrowheads="1"/>
          </p:cNvPicPr>
          <p:nvPr/>
        </p:nvPicPr>
        <p:blipFill>
          <a:blip r:embed="rId3"/>
          <a:srcRect/>
          <a:stretch>
            <a:fillRect/>
          </a:stretch>
        </p:blipFill>
        <p:spPr bwMode="auto">
          <a:xfrm>
            <a:off x="762000" y="3581400"/>
            <a:ext cx="2714625" cy="1625524"/>
          </a:xfrm>
          <a:prstGeom prst="rect">
            <a:avLst/>
          </a:prstGeom>
          <a:noFill/>
        </p:spPr>
      </p:pic>
    </p:spTree>
    <p:extLst>
      <p:ext uri="{BB962C8B-B14F-4D97-AF65-F5344CB8AC3E}">
        <p14:creationId xmlns="" xmlns:p14="http://schemas.microsoft.com/office/powerpoint/2010/main" val="2744808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Content Placeholder 2"/>
          <p:cNvSpPr>
            <a:spLocks noGrp="1"/>
          </p:cNvSpPr>
          <p:nvPr>
            <p:ph idx="4294967295"/>
          </p:nvPr>
        </p:nvSpPr>
        <p:spPr>
          <a:xfrm>
            <a:off x="762000" y="1371601"/>
            <a:ext cx="7620000" cy="2667000"/>
          </a:xfrm>
        </p:spPr>
        <p:txBody>
          <a:bodyPr/>
          <a:lstStyle/>
          <a:p>
            <a:pPr algn="just">
              <a:buFont typeface="Arial" charset="0"/>
              <a:buNone/>
            </a:pPr>
            <a:r>
              <a:rPr lang="en-US" sz="2400" b="1" i="1" dirty="0" smtClean="0">
                <a:solidFill>
                  <a:srgbClr val="FF0000"/>
                </a:solidFill>
                <a:latin typeface="Arial" pitchFamily="34" charset="0"/>
                <a:cs typeface="Arial" pitchFamily="34" charset="0"/>
              </a:rPr>
              <a:t>“Symmetry elements </a:t>
            </a:r>
            <a:r>
              <a:rPr lang="en-US" sz="2400" dirty="0" smtClean="0">
                <a:latin typeface="Arial" pitchFamily="34" charset="0"/>
                <a:cs typeface="Arial" pitchFamily="34" charset="0"/>
              </a:rPr>
              <a:t>define the (conceptual) motion of an object in space, </a:t>
            </a:r>
          </a:p>
          <a:p>
            <a:pPr algn="just">
              <a:buFont typeface="Arial" charset="0"/>
              <a:buNone/>
            </a:pPr>
            <a:endParaRPr lang="en-US" sz="2400" dirty="0" smtClean="0">
              <a:latin typeface="Arial" pitchFamily="34" charset="0"/>
              <a:cs typeface="Arial" pitchFamily="34" charset="0"/>
            </a:endParaRPr>
          </a:p>
          <a:p>
            <a:pPr algn="just">
              <a:buFont typeface="Arial" charset="0"/>
              <a:buNone/>
            </a:pPr>
            <a:r>
              <a:rPr lang="en-US" sz="2400" dirty="0" smtClean="0">
                <a:latin typeface="Arial" pitchFamily="34" charset="0"/>
                <a:cs typeface="Arial" pitchFamily="34" charset="0"/>
              </a:rPr>
              <a:t>the</a:t>
            </a:r>
            <a:r>
              <a:rPr lang="en-US" sz="2400" b="1" i="1" dirty="0" smtClean="0">
                <a:latin typeface="Arial" pitchFamily="34" charset="0"/>
                <a:cs typeface="Arial" pitchFamily="34" charset="0"/>
              </a:rPr>
              <a:t> </a:t>
            </a:r>
            <a:r>
              <a:rPr lang="en-US" sz="2400" b="1" i="1" dirty="0" smtClean="0">
                <a:solidFill>
                  <a:srgbClr val="FF0000"/>
                </a:solidFill>
                <a:latin typeface="Arial" pitchFamily="34" charset="0"/>
                <a:cs typeface="Arial" pitchFamily="34" charset="0"/>
              </a:rPr>
              <a:t>symmetry operation</a:t>
            </a:r>
            <a:r>
              <a:rPr lang="en-US" sz="2400" dirty="0" smtClean="0">
                <a:latin typeface="Arial" pitchFamily="34" charset="0"/>
                <a:cs typeface="Arial" pitchFamily="34" charset="0"/>
              </a:rPr>
              <a:t>, leads to an arrangement that is indistinguishable from the initial arrangement.”</a:t>
            </a:r>
          </a:p>
        </p:txBody>
      </p:sp>
      <p:sp>
        <p:nvSpPr>
          <p:cNvPr id="2" name="Rectangle 1"/>
          <p:cNvSpPr/>
          <p:nvPr/>
        </p:nvSpPr>
        <p:spPr>
          <a:xfrm>
            <a:off x="517044" y="381000"/>
            <a:ext cx="810991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600" b="1" cap="none" spc="0" dirty="0" smtClean="0">
                <a:ln w="11430"/>
                <a:solidFill>
                  <a:schemeClr val="accent4">
                    <a:lumMod val="75000"/>
                  </a:schemeClr>
                </a:solidFill>
                <a:effectLst>
                  <a:outerShdw blurRad="50800" dist="39000" dir="5460000" algn="tl">
                    <a:srgbClr val="000000">
                      <a:alpha val="38000"/>
                    </a:srgbClr>
                  </a:outerShdw>
                </a:effectLst>
              </a:rPr>
              <a:t>Symmetry Elements and Operations</a:t>
            </a:r>
            <a:endParaRPr lang="en-US" sz="3600" b="1" cap="none" spc="0" dirty="0">
              <a:ln w="11430"/>
              <a:solidFill>
                <a:schemeClr val="accent4">
                  <a:lumMod val="75000"/>
                </a:schemeClr>
              </a:solidFill>
              <a:effectLst>
                <a:outerShdw blurRad="50800" dist="39000" dir="5460000" algn="tl">
                  <a:srgbClr val="000000">
                    <a:alpha val="38000"/>
                  </a:srgbClr>
                </a:outerShdw>
              </a:effectLst>
            </a:endParaRPr>
          </a:p>
        </p:txBody>
      </p:sp>
    </p:spTree>
    <p:extLst>
      <p:ext uri="{BB962C8B-B14F-4D97-AF65-F5344CB8AC3E}">
        <p14:creationId xmlns="" xmlns:p14="http://schemas.microsoft.com/office/powerpoint/2010/main" val="27775644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1" descr="-000005.png"/>
          <p:cNvPicPr>
            <a:picLocks/>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971800" y="1066800"/>
            <a:ext cx="5688777" cy="533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6323" name="Rectangle 2"/>
          <p:cNvSpPr>
            <a:spLocks noChangeArrowheads="1"/>
          </p:cNvSpPr>
          <p:nvPr/>
        </p:nvSpPr>
        <p:spPr bwMode="auto">
          <a:xfrm>
            <a:off x="457200" y="1351756"/>
            <a:ext cx="2743200" cy="4154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2400" b="1" u="sng" dirty="0">
                <a:solidFill>
                  <a:srgbClr val="FF0000"/>
                </a:solidFill>
              </a:rPr>
              <a:t>Rotation</a:t>
            </a:r>
            <a:r>
              <a:rPr lang="en-US" sz="2400" b="1" dirty="0">
                <a:solidFill>
                  <a:srgbClr val="FF0000"/>
                </a:solidFill>
              </a:rPr>
              <a:t>, </a:t>
            </a:r>
            <a:r>
              <a:rPr lang="en-US" sz="2400" b="1" u="sng" dirty="0">
                <a:solidFill>
                  <a:srgbClr val="FF0000"/>
                </a:solidFill>
              </a:rPr>
              <a:t>reflection</a:t>
            </a:r>
            <a:r>
              <a:rPr lang="en-US" sz="2400" b="1" dirty="0">
                <a:solidFill>
                  <a:srgbClr val="FF0000"/>
                </a:solidFill>
              </a:rPr>
              <a:t> and </a:t>
            </a:r>
            <a:r>
              <a:rPr lang="en-US" sz="2400" b="1" u="sng" dirty="0">
                <a:solidFill>
                  <a:srgbClr val="FF0000"/>
                </a:solidFill>
              </a:rPr>
              <a:t>inversion</a:t>
            </a:r>
            <a:r>
              <a:rPr lang="en-US" sz="2400" b="1" dirty="0">
                <a:solidFill>
                  <a:srgbClr val="FF0000"/>
                </a:solidFill>
              </a:rPr>
              <a:t> </a:t>
            </a:r>
            <a:r>
              <a:rPr lang="en-US" sz="2400" dirty="0"/>
              <a:t>operations generate a variety of unique arrangements of lattice points (i.e., a shape structure) in three dimensions. </a:t>
            </a:r>
          </a:p>
        </p:txBody>
      </p:sp>
      <p:sp>
        <p:nvSpPr>
          <p:cNvPr id="2" name="Rectangle 1"/>
          <p:cNvSpPr/>
          <p:nvPr/>
        </p:nvSpPr>
        <p:spPr>
          <a:xfrm>
            <a:off x="457200" y="466636"/>
            <a:ext cx="8388835" cy="600164"/>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300" b="1" cap="none" spc="0" dirty="0" smtClean="0">
                <a:ln w="11430"/>
                <a:solidFill>
                  <a:schemeClr val="accent4">
                    <a:lumMod val="75000"/>
                  </a:schemeClr>
                </a:solidFill>
                <a:effectLst>
                  <a:outerShdw blurRad="50800" dist="39000" dir="5460000" algn="tl">
                    <a:srgbClr val="000000">
                      <a:alpha val="38000"/>
                    </a:srgbClr>
                  </a:outerShdw>
                </a:effectLst>
              </a:rPr>
              <a:t>Symmetry Operations &amp; 32 Point Groups</a:t>
            </a:r>
            <a:endParaRPr lang="en-US" sz="3300" b="1" cap="none" spc="0" dirty="0">
              <a:ln w="11430"/>
              <a:solidFill>
                <a:schemeClr val="accent4">
                  <a:lumMod val="75000"/>
                </a:schemeClr>
              </a:solidFill>
              <a:effectLst>
                <a:outerShdw blurRad="50800" dist="39000" dir="5460000" algn="tl">
                  <a:srgbClr val="000000">
                    <a:alpha val="38000"/>
                  </a:srgbClr>
                </a:outerShdw>
              </a:effectLst>
            </a:endParaRPr>
          </a:p>
        </p:txBody>
      </p:sp>
    </p:spTree>
    <p:extLst>
      <p:ext uri="{BB962C8B-B14F-4D97-AF65-F5344CB8AC3E}">
        <p14:creationId xmlns="" xmlns:p14="http://schemas.microsoft.com/office/powerpoint/2010/main" val="264508084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Content Placeholder 2"/>
          <p:cNvSpPr>
            <a:spLocks noGrp="1"/>
          </p:cNvSpPr>
          <p:nvPr>
            <p:ph idx="4294967295"/>
          </p:nvPr>
        </p:nvSpPr>
        <p:spPr>
          <a:xfrm>
            <a:off x="228600" y="1066800"/>
            <a:ext cx="8458200" cy="4800600"/>
          </a:xfrm>
        </p:spPr>
        <p:txBody>
          <a:bodyPr/>
          <a:lstStyle/>
          <a:p>
            <a:pPr marL="0" indent="0" algn="just">
              <a:lnSpc>
                <a:spcPct val="120000"/>
              </a:lnSpc>
              <a:spcBef>
                <a:spcPts val="600"/>
              </a:spcBef>
              <a:spcAft>
                <a:spcPts val="600"/>
              </a:spcAft>
              <a:buClr>
                <a:srgbClr val="FF0000"/>
              </a:buClr>
              <a:buNone/>
            </a:pPr>
            <a:r>
              <a:rPr lang="en-US" sz="2400" dirty="0" smtClean="0">
                <a:latin typeface="Arial" pitchFamily="34" charset="0"/>
                <a:cs typeface="Arial" pitchFamily="34" charset="0"/>
              </a:rPr>
              <a:t>“</a:t>
            </a:r>
            <a:r>
              <a:rPr lang="en-US" sz="2400" b="1" u="sng" dirty="0" smtClean="0">
                <a:solidFill>
                  <a:srgbClr val="0070C0"/>
                </a:solidFill>
                <a:latin typeface="Arial" pitchFamily="34" charset="0"/>
                <a:cs typeface="Arial" pitchFamily="34" charset="0"/>
              </a:rPr>
              <a:t>Translations</a:t>
            </a:r>
            <a:r>
              <a:rPr lang="en-US" sz="2400" dirty="0" smtClean="0">
                <a:latin typeface="Arial" pitchFamily="34" charset="0"/>
                <a:cs typeface="Arial" pitchFamily="34" charset="0"/>
              </a:rPr>
              <a:t> are used to generate a lattice from that shape structure. The translations include</a:t>
            </a:r>
          </a:p>
          <a:p>
            <a:pPr algn="just">
              <a:lnSpc>
                <a:spcPct val="120000"/>
              </a:lnSpc>
              <a:spcBef>
                <a:spcPts val="600"/>
              </a:spcBef>
              <a:spcAft>
                <a:spcPts val="600"/>
              </a:spcAft>
              <a:buClr>
                <a:srgbClr val="FF0000"/>
              </a:buClr>
              <a:buFont typeface="Wingdings" pitchFamily="2" charset="2"/>
              <a:buChar char="v"/>
            </a:pPr>
            <a:r>
              <a:rPr lang="en-US" sz="2400" b="1" dirty="0" smtClean="0">
                <a:solidFill>
                  <a:srgbClr val="002060"/>
                </a:solidFill>
                <a:latin typeface="Arial" pitchFamily="34" charset="0"/>
                <a:cs typeface="Arial" pitchFamily="34" charset="0"/>
              </a:rPr>
              <a:t>a simple linear translation</a:t>
            </a:r>
            <a:r>
              <a:rPr lang="en-US" sz="2400" dirty="0" smtClean="0">
                <a:solidFill>
                  <a:srgbClr val="002060"/>
                </a:solidFill>
                <a:latin typeface="Arial" pitchFamily="34" charset="0"/>
                <a:cs typeface="Arial" pitchFamily="34" charset="0"/>
              </a:rPr>
              <a:t>, </a:t>
            </a:r>
          </a:p>
          <a:p>
            <a:pPr algn="just">
              <a:lnSpc>
                <a:spcPct val="120000"/>
              </a:lnSpc>
              <a:spcBef>
                <a:spcPts val="600"/>
              </a:spcBef>
              <a:spcAft>
                <a:spcPts val="600"/>
              </a:spcAft>
              <a:buClr>
                <a:srgbClr val="FF0000"/>
              </a:buClr>
              <a:buFont typeface="Wingdings" pitchFamily="2" charset="2"/>
              <a:buChar char="v"/>
            </a:pPr>
            <a:r>
              <a:rPr lang="en-US" sz="2400" b="1" dirty="0" smtClean="0">
                <a:solidFill>
                  <a:srgbClr val="002060"/>
                </a:solidFill>
                <a:latin typeface="Arial" pitchFamily="34" charset="0"/>
                <a:cs typeface="Arial" pitchFamily="34" charset="0"/>
              </a:rPr>
              <a:t>a linear translation combined with mirror operation (glide   plane), </a:t>
            </a:r>
            <a:r>
              <a:rPr lang="en-US" sz="2400" dirty="0" smtClean="0">
                <a:solidFill>
                  <a:srgbClr val="002060"/>
                </a:solidFill>
                <a:latin typeface="Arial" pitchFamily="34" charset="0"/>
                <a:cs typeface="Arial" pitchFamily="34" charset="0"/>
              </a:rPr>
              <a:t>or </a:t>
            </a:r>
          </a:p>
          <a:p>
            <a:pPr algn="just">
              <a:lnSpc>
                <a:spcPct val="120000"/>
              </a:lnSpc>
              <a:spcBef>
                <a:spcPts val="600"/>
              </a:spcBef>
              <a:spcAft>
                <a:spcPts val="600"/>
              </a:spcAft>
              <a:buClr>
                <a:srgbClr val="FF0000"/>
              </a:buClr>
              <a:buFont typeface="Wingdings" pitchFamily="2" charset="2"/>
              <a:buChar char="v"/>
            </a:pPr>
            <a:r>
              <a:rPr lang="en-US" sz="2400" b="1" dirty="0" smtClean="0">
                <a:solidFill>
                  <a:srgbClr val="002060"/>
                </a:solidFill>
                <a:latin typeface="Arial" pitchFamily="34" charset="0"/>
                <a:cs typeface="Arial" pitchFamily="34" charset="0"/>
              </a:rPr>
              <a:t>a translation combined with a rotational operation (screw axis). </a:t>
            </a:r>
          </a:p>
          <a:p>
            <a:pPr algn="just">
              <a:lnSpc>
                <a:spcPct val="120000"/>
              </a:lnSpc>
              <a:spcBef>
                <a:spcPts val="600"/>
              </a:spcBef>
              <a:spcAft>
                <a:spcPts val="600"/>
              </a:spcAft>
              <a:buClr>
                <a:srgbClr val="FF0000"/>
              </a:buClr>
              <a:buFont typeface="Wingdings" pitchFamily="2" charset="2"/>
              <a:buChar char="v"/>
            </a:pPr>
            <a:r>
              <a:rPr lang="en-US" sz="2400" dirty="0" smtClean="0">
                <a:solidFill>
                  <a:srgbClr val="003399"/>
                </a:solidFill>
                <a:latin typeface="Arial" pitchFamily="34" charset="0"/>
                <a:cs typeface="Arial" pitchFamily="34" charset="0"/>
              </a:rPr>
              <a:t>A large number of 3D structures </a:t>
            </a:r>
          </a:p>
          <a:p>
            <a:pPr algn="just">
              <a:lnSpc>
                <a:spcPct val="120000"/>
              </a:lnSpc>
              <a:spcBef>
                <a:spcPts val="600"/>
              </a:spcBef>
              <a:spcAft>
                <a:spcPts val="600"/>
              </a:spcAft>
              <a:buClr>
                <a:srgbClr val="FF0000"/>
              </a:buClr>
              <a:buFont typeface="Wingdings" pitchFamily="2" charset="2"/>
              <a:buChar char="v"/>
            </a:pPr>
            <a:r>
              <a:rPr lang="en-US" sz="2400" dirty="0" smtClean="0">
                <a:latin typeface="Arial" pitchFamily="34" charset="0"/>
                <a:cs typeface="Arial" pitchFamily="34" charset="0"/>
              </a:rPr>
              <a:t>(</a:t>
            </a:r>
            <a:r>
              <a:rPr lang="en-US" sz="2400" b="1" i="1" dirty="0" smtClean="0">
                <a:latin typeface="Arial" pitchFamily="34" charset="0"/>
                <a:cs typeface="Arial" pitchFamily="34" charset="0"/>
              </a:rPr>
              <a:t>the 230 Space Groups</a:t>
            </a:r>
            <a:r>
              <a:rPr lang="en-US" sz="2400" dirty="0" smtClean="0">
                <a:latin typeface="Arial" pitchFamily="34" charset="0"/>
                <a:cs typeface="Arial" pitchFamily="34" charset="0"/>
              </a:rPr>
              <a:t>) are generated by these translations acting on the 32 point groups.”</a:t>
            </a:r>
          </a:p>
        </p:txBody>
      </p:sp>
      <p:sp>
        <p:nvSpPr>
          <p:cNvPr id="5" name="Rectangle 4"/>
          <p:cNvSpPr/>
          <p:nvPr/>
        </p:nvSpPr>
        <p:spPr>
          <a:xfrm>
            <a:off x="609600" y="304800"/>
            <a:ext cx="8026556" cy="553998"/>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000" b="1" cap="none" spc="0" dirty="0" smtClean="0">
                <a:ln w="11430"/>
                <a:solidFill>
                  <a:schemeClr val="accent4">
                    <a:lumMod val="75000"/>
                  </a:schemeClr>
                </a:solidFill>
                <a:effectLst>
                  <a:outerShdw blurRad="50800" dist="39000" dir="5460000" algn="tl">
                    <a:srgbClr val="000000">
                      <a:alpha val="38000"/>
                    </a:srgbClr>
                  </a:outerShdw>
                </a:effectLst>
              </a:rPr>
              <a:t>Symmetry Operations &amp; 230 Space Groups</a:t>
            </a:r>
            <a:endParaRPr lang="en-US" sz="3000" b="1" cap="none" spc="0" dirty="0">
              <a:ln w="11430"/>
              <a:solidFill>
                <a:schemeClr val="accent4">
                  <a:lumMod val="75000"/>
                </a:schemeClr>
              </a:solidFill>
              <a:effectLst>
                <a:outerShdw blurRad="50800" dist="39000" dir="5460000" algn="tl">
                  <a:srgbClr val="000000">
                    <a:alpha val="38000"/>
                  </a:srgbClr>
                </a:outerShdw>
              </a:effectLst>
            </a:endParaRPr>
          </a:p>
        </p:txBody>
      </p:sp>
    </p:spTree>
    <p:extLst>
      <p:ext uri="{BB962C8B-B14F-4D97-AF65-F5344CB8AC3E}">
        <p14:creationId xmlns="" xmlns:p14="http://schemas.microsoft.com/office/powerpoint/2010/main" val="29580464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609600" y="914400"/>
            <a:ext cx="6096000" cy="5369932"/>
          </a:xfrm>
          <a:prstGeom prst="rect">
            <a:avLst/>
          </a:prstGeom>
          <a:noFill/>
          <a:ln w="9525">
            <a:noFill/>
            <a:miter lim="800000"/>
            <a:headEnd/>
            <a:tailEnd/>
          </a:ln>
        </p:spPr>
        <p:txBody>
          <a:bodyPr>
            <a:spAutoFit/>
          </a:bodyPr>
          <a:lstStyle/>
          <a:p>
            <a:pPr algn="just">
              <a:lnSpc>
                <a:spcPct val="120000"/>
              </a:lnSpc>
              <a:defRPr/>
            </a:pPr>
            <a:r>
              <a:rPr lang="en-US" sz="2400" b="1" dirty="0"/>
              <a:t>The combination of all available </a:t>
            </a:r>
            <a:r>
              <a:rPr lang="en-US" sz="2400" b="1" u="sng" dirty="0"/>
              <a:t>symmetry operations</a:t>
            </a:r>
            <a:r>
              <a:rPr lang="en-US" sz="2400" b="1" dirty="0"/>
              <a:t> (32 point groups), together with </a:t>
            </a:r>
            <a:r>
              <a:rPr lang="en-US" sz="2400" b="1" u="sng" dirty="0"/>
              <a:t>translation symmetry</a:t>
            </a:r>
            <a:r>
              <a:rPr lang="en-US" sz="2400" b="1" dirty="0"/>
              <a:t>,  within the all available </a:t>
            </a:r>
            <a:r>
              <a:rPr lang="en-US" sz="2400" b="1" u="sng" dirty="0" smtClean="0"/>
              <a:t>lattices</a:t>
            </a:r>
            <a:r>
              <a:rPr lang="en-US" sz="2400" b="1" dirty="0" smtClean="0"/>
              <a:t>(14 </a:t>
            </a:r>
            <a:r>
              <a:rPr lang="en-US" sz="2400" b="1" dirty="0" err="1"/>
              <a:t>Bravais</a:t>
            </a:r>
            <a:r>
              <a:rPr lang="en-US" sz="2400" b="1" dirty="0"/>
              <a:t> lattices) lead to 230 Space Groups that describe the </a:t>
            </a:r>
            <a:r>
              <a:rPr lang="en-US" sz="2400" b="1" u="sng" dirty="0">
                <a:solidFill>
                  <a:srgbClr val="FF0000"/>
                </a:solidFill>
              </a:rPr>
              <a:t>only ways in which identical objects can be arranged in an infinite lattice</a:t>
            </a:r>
            <a:r>
              <a:rPr lang="en-US" sz="2400" b="1" u="sng" dirty="0"/>
              <a:t>.</a:t>
            </a:r>
            <a:r>
              <a:rPr lang="en-US" sz="2400" b="1" dirty="0"/>
              <a:t>  The International Tables list those by symbol and number, together with symmetry operators, origins, reflection conditions, and space group projection diagrams</a:t>
            </a:r>
            <a:r>
              <a:rPr lang="en-US" sz="2400" b="1" dirty="0" smtClean="0"/>
              <a:t>.</a:t>
            </a:r>
            <a:endParaRPr lang="en-US" b="1" dirty="0"/>
          </a:p>
        </p:txBody>
      </p:sp>
      <p:pic>
        <p:nvPicPr>
          <p:cNvPr id="58372" name="Picture 2" descr="http://www-history.mcs.st-and.ac.uk/Thumbnails/Schonflies.jpg">
            <a:hlinkClick r:id="rId2"/>
          </p:cNvPr>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086600" y="1447799"/>
            <a:ext cx="1524000" cy="1724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8373" name="Picture 4" descr="http://upload.wikimedia.org/wikipedia/commons/9/9a/Jewgraf_Stepanowitsch_Fjodorow.jpg">
            <a:hlinkClick r:id="rId4"/>
          </p:cNvPr>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7124700" y="3987800"/>
            <a:ext cx="1447800" cy="17716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2895600" y="228600"/>
            <a:ext cx="3236784"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Space groups</a:t>
            </a:r>
          </a:p>
        </p:txBody>
      </p:sp>
      <p:sp>
        <p:nvSpPr>
          <p:cNvPr id="3" name="Rectangle 2"/>
          <p:cNvSpPr/>
          <p:nvPr/>
        </p:nvSpPr>
        <p:spPr>
          <a:xfrm>
            <a:off x="6934200" y="3048000"/>
            <a:ext cx="1905000" cy="646331"/>
          </a:xfrm>
          <a:prstGeom prst="rect">
            <a:avLst/>
          </a:prstGeom>
        </p:spPr>
        <p:txBody>
          <a:bodyPr wrap="square">
            <a:spAutoFit/>
          </a:bodyPr>
          <a:lstStyle/>
          <a:p>
            <a:pPr>
              <a:defRPr/>
            </a:pPr>
            <a:endParaRPr lang="en-US" sz="1200" b="1" dirty="0"/>
          </a:p>
          <a:p>
            <a:pPr marL="342637" indent="-342637">
              <a:buFont typeface="Arial" charset="0"/>
              <a:buNone/>
              <a:defRPr/>
            </a:pPr>
            <a:r>
              <a:rPr lang="en-US" sz="1200" dirty="0"/>
              <a:t>Arthur Moritz </a:t>
            </a:r>
            <a:r>
              <a:rPr lang="en-US" sz="1200" dirty="0" err="1" smtClean="0"/>
              <a:t>Schönflies</a:t>
            </a:r>
            <a:endParaRPr lang="en-US" sz="1200" dirty="0" smtClean="0"/>
          </a:p>
          <a:p>
            <a:pPr marL="342637" indent="-342637">
              <a:buFont typeface="Arial" charset="0"/>
              <a:buNone/>
              <a:defRPr/>
            </a:pPr>
            <a:r>
              <a:rPr lang="en-US" sz="1200" dirty="0" smtClean="0"/>
              <a:t>(1853-1928</a:t>
            </a:r>
            <a:r>
              <a:rPr lang="en-US" sz="1200" dirty="0"/>
              <a:t>)</a:t>
            </a:r>
          </a:p>
        </p:txBody>
      </p:sp>
      <p:sp>
        <p:nvSpPr>
          <p:cNvPr id="4" name="Rectangle 3"/>
          <p:cNvSpPr/>
          <p:nvPr/>
        </p:nvSpPr>
        <p:spPr>
          <a:xfrm>
            <a:off x="6591273" y="5867400"/>
            <a:ext cx="2235227" cy="461665"/>
          </a:xfrm>
          <a:prstGeom prst="rect">
            <a:avLst/>
          </a:prstGeom>
        </p:spPr>
        <p:txBody>
          <a:bodyPr wrap="none">
            <a:spAutoFit/>
          </a:bodyPr>
          <a:lstStyle/>
          <a:p>
            <a:pPr marL="342637" indent="-342637">
              <a:buFont typeface="Arial" charset="0"/>
              <a:buNone/>
              <a:defRPr/>
            </a:pPr>
            <a:r>
              <a:rPr lang="en-US" sz="1200" dirty="0" err="1"/>
              <a:t>Yevgraf</a:t>
            </a:r>
            <a:r>
              <a:rPr lang="en-US" sz="1200" dirty="0"/>
              <a:t> </a:t>
            </a:r>
            <a:r>
              <a:rPr lang="en-US" sz="1200" dirty="0" err="1"/>
              <a:t>Stepanovich</a:t>
            </a:r>
            <a:r>
              <a:rPr lang="en-US" sz="1200" dirty="0"/>
              <a:t> </a:t>
            </a:r>
            <a:r>
              <a:rPr lang="en-US" sz="1200" dirty="0" err="1"/>
              <a:t>Federov</a:t>
            </a:r>
            <a:r>
              <a:rPr lang="en-US" sz="1200" dirty="0"/>
              <a:t> </a:t>
            </a:r>
            <a:endParaRPr lang="en-US" sz="1200" dirty="0" smtClean="0"/>
          </a:p>
          <a:p>
            <a:pPr marL="342637" indent="-342637">
              <a:buFont typeface="Arial" charset="0"/>
              <a:buNone/>
              <a:defRPr/>
            </a:pPr>
            <a:r>
              <a:rPr lang="en-US" sz="1200" dirty="0" smtClean="0"/>
              <a:t>(</a:t>
            </a:r>
            <a:r>
              <a:rPr lang="en-US" sz="1200" dirty="0"/>
              <a:t>1853-1919)</a:t>
            </a:r>
          </a:p>
        </p:txBody>
      </p:sp>
    </p:spTree>
    <p:extLst>
      <p:ext uri="{BB962C8B-B14F-4D97-AF65-F5344CB8AC3E}">
        <p14:creationId xmlns="" xmlns:p14="http://schemas.microsoft.com/office/powerpoint/2010/main" val="389962485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Content Placeholder 9"/>
          <p:cNvSpPr>
            <a:spLocks noGrp="1"/>
          </p:cNvSpPr>
          <p:nvPr>
            <p:ph idx="4294967295"/>
          </p:nvPr>
        </p:nvSpPr>
        <p:spPr>
          <a:xfrm>
            <a:off x="228600" y="1219200"/>
            <a:ext cx="4343400" cy="5410200"/>
          </a:xfrm>
        </p:spPr>
        <p:txBody>
          <a:bodyPr/>
          <a:lstStyle/>
          <a:p>
            <a:pPr algn="just">
              <a:spcBef>
                <a:spcPts val="600"/>
              </a:spcBef>
              <a:spcAft>
                <a:spcPts val="600"/>
              </a:spcAft>
              <a:buClr>
                <a:srgbClr val="FF0000"/>
              </a:buClr>
              <a:buFont typeface="Wingdings" pitchFamily="2" charset="2"/>
              <a:buChar char="Ø"/>
            </a:pPr>
            <a:r>
              <a:rPr lang="en-US" sz="1800" dirty="0" smtClean="0">
                <a:latin typeface="Arial" pitchFamily="34" charset="0"/>
                <a:cs typeface="Arial" pitchFamily="34" charset="0"/>
              </a:rPr>
              <a:t>When </a:t>
            </a:r>
            <a:r>
              <a:rPr lang="en-US" sz="1800" dirty="0" smtClean="0">
                <a:latin typeface="Arial" pitchFamily="34" charset="0"/>
                <a:cs typeface="Arial" pitchFamily="34" charset="0"/>
                <a:hlinkClick r:id="rId2" action="ppaction://hlinkfile"/>
              </a:rPr>
              <a:t>x-rays</a:t>
            </a:r>
            <a:r>
              <a:rPr lang="en-US" sz="1800" dirty="0" smtClean="0">
                <a:latin typeface="Arial" pitchFamily="34" charset="0"/>
                <a:cs typeface="Arial" pitchFamily="34" charset="0"/>
              </a:rPr>
              <a:t> are scattered from a crystal lattice, peaks of scattered intensity are observed which correspond to the following conditions:</a:t>
            </a:r>
          </a:p>
          <a:p>
            <a:pPr algn="just">
              <a:spcBef>
                <a:spcPts val="600"/>
              </a:spcBef>
              <a:spcAft>
                <a:spcPts val="600"/>
              </a:spcAft>
              <a:buClr>
                <a:srgbClr val="FF0000"/>
              </a:buClr>
              <a:buFont typeface="Wingdings" pitchFamily="2" charset="2"/>
              <a:buChar char="Ø"/>
            </a:pPr>
            <a:r>
              <a:rPr lang="en-US" sz="1800" dirty="0" smtClean="0">
                <a:latin typeface="Arial" pitchFamily="34" charset="0"/>
                <a:cs typeface="Arial" pitchFamily="34" charset="0"/>
              </a:rPr>
              <a:t>The angle of incidence = angle of scattering. </a:t>
            </a:r>
          </a:p>
          <a:p>
            <a:pPr algn="just">
              <a:spcBef>
                <a:spcPts val="600"/>
              </a:spcBef>
              <a:spcAft>
                <a:spcPts val="600"/>
              </a:spcAft>
              <a:buClr>
                <a:srgbClr val="FF0000"/>
              </a:buClr>
              <a:buFont typeface="Wingdings" pitchFamily="2" charset="2"/>
              <a:buChar char="Ø"/>
            </a:pPr>
            <a:r>
              <a:rPr lang="en-US" sz="1800" dirty="0" smtClean="0">
                <a:latin typeface="Arial" pitchFamily="34" charset="0"/>
                <a:cs typeface="Arial" pitchFamily="34" charset="0"/>
              </a:rPr>
              <a:t>The path length difference is equal to an integer number of wavelengths.</a:t>
            </a:r>
          </a:p>
          <a:p>
            <a:pPr algn="just">
              <a:spcBef>
                <a:spcPts val="600"/>
              </a:spcBef>
              <a:spcAft>
                <a:spcPts val="600"/>
              </a:spcAft>
              <a:buClr>
                <a:srgbClr val="FF0000"/>
              </a:buClr>
              <a:buFont typeface="Wingdings" pitchFamily="2" charset="2"/>
              <a:buChar char="Ø"/>
            </a:pPr>
            <a:r>
              <a:rPr lang="en-US" sz="1800" dirty="0" smtClean="0">
                <a:latin typeface="Arial" pitchFamily="34" charset="0"/>
                <a:cs typeface="Arial" pitchFamily="34" charset="0"/>
              </a:rPr>
              <a:t>The condition for maximum intensity contained in Bragg's law above allow us to calculate details about the crystal structure, or if the crystal structure is known, to determine the wavelength of the x-rays incident upon the crystal. </a:t>
            </a:r>
          </a:p>
          <a:p>
            <a:pPr algn="just">
              <a:spcBef>
                <a:spcPts val="600"/>
              </a:spcBef>
              <a:spcAft>
                <a:spcPts val="600"/>
              </a:spcAft>
              <a:buClr>
                <a:srgbClr val="FF0000"/>
              </a:buClr>
              <a:buFont typeface="Wingdings" pitchFamily="2" charset="2"/>
              <a:buChar char="Ø"/>
            </a:pPr>
            <a:endParaRPr lang="en-US" sz="1800" dirty="0" smtClean="0">
              <a:latin typeface="Arial" pitchFamily="34" charset="0"/>
              <a:cs typeface="Arial" pitchFamily="34" charset="0"/>
            </a:endParaRPr>
          </a:p>
          <a:p>
            <a:pPr algn="just">
              <a:spcBef>
                <a:spcPts val="600"/>
              </a:spcBef>
              <a:spcAft>
                <a:spcPts val="600"/>
              </a:spcAft>
              <a:buClr>
                <a:srgbClr val="FF0000"/>
              </a:buClr>
              <a:buFont typeface="Wingdings" pitchFamily="2" charset="2"/>
              <a:buChar char="Ø"/>
            </a:pPr>
            <a:endParaRPr lang="en-US" sz="1800" dirty="0" smtClean="0">
              <a:latin typeface="Arial" pitchFamily="34" charset="0"/>
              <a:cs typeface="Arial" pitchFamily="34" charset="0"/>
            </a:endParaRPr>
          </a:p>
          <a:p>
            <a:pPr algn="just">
              <a:spcBef>
                <a:spcPts val="600"/>
              </a:spcBef>
              <a:spcAft>
                <a:spcPts val="600"/>
              </a:spcAft>
              <a:buClr>
                <a:srgbClr val="FF0000"/>
              </a:buClr>
              <a:buFont typeface="Wingdings" pitchFamily="2" charset="2"/>
              <a:buChar char="Ø"/>
            </a:pPr>
            <a:endParaRPr lang="en-US" sz="1800" dirty="0" smtClean="0">
              <a:latin typeface="Arial" pitchFamily="34" charset="0"/>
              <a:cs typeface="Arial" pitchFamily="34" charset="0"/>
            </a:endParaRPr>
          </a:p>
          <a:p>
            <a:pPr algn="just">
              <a:spcBef>
                <a:spcPts val="600"/>
              </a:spcBef>
              <a:spcAft>
                <a:spcPts val="600"/>
              </a:spcAft>
              <a:buClr>
                <a:srgbClr val="FF0000"/>
              </a:buClr>
              <a:buFont typeface="Wingdings" pitchFamily="2" charset="2"/>
              <a:buChar char="Ø"/>
            </a:pPr>
            <a:r>
              <a:rPr lang="en-US" sz="1800" dirty="0" smtClean="0">
                <a:latin typeface="Arial" pitchFamily="34" charset="0"/>
                <a:cs typeface="Arial" pitchFamily="34" charset="0"/>
              </a:rPr>
              <a:t>http//:hyperphysics.phy-astro.gsu.edu/</a:t>
            </a:r>
            <a:r>
              <a:rPr lang="en-US" sz="1800" dirty="0" err="1" smtClean="0">
                <a:latin typeface="Arial" pitchFamily="34" charset="0"/>
                <a:cs typeface="Arial" pitchFamily="34" charset="0"/>
              </a:rPr>
              <a:t>hbase</a:t>
            </a:r>
            <a:r>
              <a:rPr lang="en-US" sz="1800" dirty="0" smtClean="0">
                <a:latin typeface="Arial" pitchFamily="34" charset="0"/>
                <a:cs typeface="Arial" pitchFamily="34" charset="0"/>
              </a:rPr>
              <a:t>/quantum/bragg.html</a:t>
            </a:r>
          </a:p>
          <a:p>
            <a:pPr algn="just">
              <a:spcBef>
                <a:spcPts val="600"/>
              </a:spcBef>
              <a:spcAft>
                <a:spcPts val="600"/>
              </a:spcAft>
              <a:buClr>
                <a:srgbClr val="FF0000"/>
              </a:buClr>
              <a:buFont typeface="Wingdings" pitchFamily="2" charset="2"/>
              <a:buChar char="Ø"/>
            </a:pPr>
            <a:endParaRPr lang="en-US" sz="1800" dirty="0" smtClean="0">
              <a:latin typeface="Arial" pitchFamily="34" charset="0"/>
              <a:cs typeface="Arial" pitchFamily="34" charset="0"/>
            </a:endParaRPr>
          </a:p>
        </p:txBody>
      </p:sp>
      <p:pic>
        <p:nvPicPr>
          <p:cNvPr id="73732" name="Content Placeholder 8" descr="bragglaw.gif"/>
          <p:cNvPicPr>
            <a:picLocks noChangeAspect="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762500" y="1308101"/>
            <a:ext cx="4038600" cy="21672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733" name="Picture 11" descr="braggeq.gif"/>
          <p:cNvPicPr>
            <a:picLocks noChangeAspect="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953000" y="4191000"/>
            <a:ext cx="3657600" cy="83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2971800" y="304800"/>
            <a:ext cx="2911887"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600" b="1" cap="none" spc="0" dirty="0" smtClean="0">
                <a:ln w="11430"/>
                <a:solidFill>
                  <a:srgbClr val="003399"/>
                </a:solidFill>
                <a:effectLst>
                  <a:outerShdw blurRad="50800" dist="39000" dir="5460000" algn="tl">
                    <a:srgbClr val="000000">
                      <a:alpha val="38000"/>
                    </a:srgbClr>
                  </a:outerShdw>
                </a:effectLst>
              </a:rPr>
              <a:t>Bragg’s Law</a:t>
            </a:r>
            <a:endParaRPr lang="en-US" sz="3600" b="1" cap="none" spc="0" dirty="0">
              <a:ln w="11430"/>
              <a:solidFill>
                <a:srgbClr val="003399"/>
              </a:solidFill>
              <a:effectLst>
                <a:outerShdw blurRad="50800" dist="39000" dir="5460000" algn="tl">
                  <a:srgbClr val="000000">
                    <a:alpha val="38000"/>
                  </a:srgbClr>
                </a:outerShdw>
              </a:effectLst>
            </a:endParaRPr>
          </a:p>
        </p:txBody>
      </p:sp>
    </p:spTree>
    <p:extLst>
      <p:ext uri="{BB962C8B-B14F-4D97-AF65-F5344CB8AC3E}">
        <p14:creationId xmlns="" xmlns:p14="http://schemas.microsoft.com/office/powerpoint/2010/main" val="75264406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8FD7D93-B8F3-48B9-AAAC-7B51B33759BA}" type="slidenum">
              <a:rPr lang="en-US" smtClean="0"/>
              <a:pPr>
                <a:defRPr/>
              </a:pPr>
              <a:t>50</a:t>
            </a:fld>
            <a:endParaRPr lang="en-US"/>
          </a:p>
        </p:txBody>
      </p:sp>
      <p:pic>
        <p:nvPicPr>
          <p:cNvPr id="3" name="Picture 2" descr="Bragg spectromete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46101" y="685800"/>
            <a:ext cx="4267200" cy="2344967"/>
          </a:xfrm>
          <a:prstGeom prst="rect">
            <a:avLst/>
          </a:prstGeom>
          <a:noFill/>
          <a:extLst>
            <a:ext uri="{909E8E84-426E-40DD-AFC4-6F175D3DCCD1}">
              <a14:hiddenFill xmlns="" xmlns:a14="http://schemas.microsoft.com/office/drawing/2010/main">
                <a:solidFill>
                  <a:srgbClr val="FFFFFF"/>
                </a:solidFill>
              </a14:hiddenFill>
            </a:ext>
          </a:extLst>
        </p:spPr>
      </p:pic>
      <p:pic>
        <p:nvPicPr>
          <p:cNvPr id="4" name="Picture 4" descr="Bragg's Law"/>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914400" y="3848100"/>
            <a:ext cx="6943725" cy="2524126"/>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6" descr="Model of the crystal structure of diamond, associated with W.H. Bragg, 1924 (painted wood)"/>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019800" y="934347"/>
            <a:ext cx="2438400" cy="252031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59542426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28800" y="762001"/>
            <a:ext cx="4963954" cy="5562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1079291" y="300335"/>
            <a:ext cx="6942863" cy="369332"/>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b="1" cap="none" spc="0" dirty="0" smtClean="0">
                <a:ln w="11430"/>
                <a:solidFill>
                  <a:srgbClr val="003399"/>
                </a:solidFill>
                <a:effectLst>
                  <a:outerShdw blurRad="50800" dist="39000" dir="5460000" algn="tl">
                    <a:srgbClr val="000000">
                      <a:alpha val="38000"/>
                    </a:srgbClr>
                  </a:outerShdw>
                </a:effectLst>
              </a:rPr>
              <a:t>Von Laue’s Photograph of Zinc Blende (</a:t>
            </a:r>
            <a:r>
              <a:rPr lang="en-US" b="1" cap="none" spc="0" dirty="0" err="1" smtClean="0">
                <a:ln w="11430"/>
                <a:solidFill>
                  <a:srgbClr val="003399"/>
                </a:solidFill>
                <a:effectLst>
                  <a:outerShdw blurRad="50800" dist="39000" dir="5460000" algn="tl">
                    <a:srgbClr val="000000">
                      <a:alpha val="38000"/>
                    </a:srgbClr>
                  </a:outerShdw>
                </a:effectLst>
              </a:rPr>
              <a:t>Sphalerite</a:t>
            </a:r>
            <a:r>
              <a:rPr lang="en-US" b="1" cap="none" spc="0" dirty="0" smtClean="0">
                <a:ln w="11430"/>
                <a:solidFill>
                  <a:srgbClr val="003399"/>
                </a:solidFill>
                <a:effectLst>
                  <a:outerShdw blurRad="50800" dist="39000" dir="5460000" algn="tl">
                    <a:srgbClr val="000000">
                      <a:alpha val="38000"/>
                    </a:srgbClr>
                  </a:outerShdw>
                </a:effectLst>
              </a:rPr>
              <a:t>, </a:t>
            </a:r>
            <a:r>
              <a:rPr lang="en-US" b="1" cap="none" spc="0" dirty="0" err="1" smtClean="0">
                <a:ln w="11430"/>
                <a:solidFill>
                  <a:srgbClr val="003399"/>
                </a:solidFill>
                <a:effectLst>
                  <a:outerShdw blurRad="50800" dist="39000" dir="5460000" algn="tl">
                    <a:srgbClr val="000000">
                      <a:alpha val="38000"/>
                    </a:srgbClr>
                  </a:outerShdw>
                </a:effectLst>
              </a:rPr>
              <a:t>ZnS</a:t>
            </a:r>
            <a:r>
              <a:rPr lang="en-US" b="1" cap="none" spc="0" dirty="0" smtClean="0">
                <a:ln w="11430"/>
                <a:solidFill>
                  <a:srgbClr val="003399"/>
                </a:solidFill>
                <a:effectLst>
                  <a:outerShdw blurRad="50800" dist="39000" dir="5460000" algn="tl">
                    <a:srgbClr val="000000">
                      <a:alpha val="38000"/>
                    </a:srgbClr>
                  </a:outerShdw>
                </a:effectLst>
              </a:rPr>
              <a:t>), 1912</a:t>
            </a:r>
            <a:endParaRPr lang="en-US" b="1" cap="none" spc="0" dirty="0">
              <a:ln w="11430"/>
              <a:solidFill>
                <a:srgbClr val="003399"/>
              </a:solidFill>
              <a:effectLst>
                <a:outerShdw blurRad="50800" dist="39000" dir="5460000" algn="tl">
                  <a:srgbClr val="000000">
                    <a:alpha val="38000"/>
                  </a:srgbClr>
                </a:outerShdw>
              </a:effectLst>
            </a:endParaRPr>
          </a:p>
        </p:txBody>
      </p:sp>
    </p:spTree>
    <p:extLst>
      <p:ext uri="{BB962C8B-B14F-4D97-AF65-F5344CB8AC3E}">
        <p14:creationId xmlns="" xmlns:p14="http://schemas.microsoft.com/office/powerpoint/2010/main" val="317981735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Content Placeholder 2"/>
          <p:cNvSpPr>
            <a:spLocks noGrp="1"/>
          </p:cNvSpPr>
          <p:nvPr>
            <p:ph idx="4294967295"/>
          </p:nvPr>
        </p:nvSpPr>
        <p:spPr>
          <a:xfrm>
            <a:off x="304800" y="975518"/>
            <a:ext cx="6019800" cy="5211763"/>
          </a:xfrm>
        </p:spPr>
        <p:txBody>
          <a:bodyPr/>
          <a:lstStyle/>
          <a:p>
            <a:pPr>
              <a:lnSpc>
                <a:spcPct val="150000"/>
              </a:lnSpc>
              <a:spcBef>
                <a:spcPts val="600"/>
              </a:spcBef>
              <a:spcAft>
                <a:spcPts val="600"/>
              </a:spcAft>
              <a:buClr>
                <a:srgbClr val="FF0000"/>
              </a:buClr>
              <a:buFont typeface="Wingdings" pitchFamily="2" charset="2"/>
              <a:buChar char="v"/>
            </a:pPr>
            <a:r>
              <a:rPr lang="en-US" sz="2100" dirty="0" smtClean="0">
                <a:latin typeface="Arial" pitchFamily="34" charset="0"/>
                <a:cs typeface="Arial" pitchFamily="34" charset="0"/>
              </a:rPr>
              <a:t>“The most satisfying result was on von Laue’s photograph of diffraction from zinc blende crystals. </a:t>
            </a:r>
          </a:p>
          <a:p>
            <a:pPr>
              <a:lnSpc>
                <a:spcPct val="150000"/>
              </a:lnSpc>
              <a:spcBef>
                <a:spcPts val="600"/>
              </a:spcBef>
              <a:spcAft>
                <a:spcPts val="600"/>
              </a:spcAft>
              <a:buClr>
                <a:srgbClr val="FF0000"/>
              </a:buClr>
              <a:buFont typeface="Wingdings" pitchFamily="2" charset="2"/>
              <a:buChar char="v"/>
            </a:pPr>
            <a:r>
              <a:rPr lang="en-US" sz="2100" b="1" dirty="0" smtClean="0">
                <a:solidFill>
                  <a:srgbClr val="0070C0"/>
                </a:solidFill>
                <a:latin typeface="Arial" pitchFamily="34" charset="0"/>
                <a:cs typeface="Arial" pitchFamily="34" charset="0"/>
              </a:rPr>
              <a:t>Von Laue had assumed that atoms in zinc blende are arranged in a simple cubic lattice, but if this was true Bragg’s law wouldn’t explain the diffraction pattern.</a:t>
            </a:r>
            <a:r>
              <a:rPr lang="en-US" sz="2100" dirty="0" smtClean="0">
                <a:latin typeface="Arial" pitchFamily="34" charset="0"/>
                <a:cs typeface="Arial" pitchFamily="34" charset="0"/>
              </a:rPr>
              <a:t> </a:t>
            </a:r>
          </a:p>
          <a:p>
            <a:pPr>
              <a:lnSpc>
                <a:spcPct val="150000"/>
              </a:lnSpc>
              <a:spcBef>
                <a:spcPts val="600"/>
              </a:spcBef>
              <a:spcAft>
                <a:spcPts val="600"/>
              </a:spcAft>
              <a:buClr>
                <a:srgbClr val="FF0000"/>
              </a:buClr>
              <a:buFont typeface="Wingdings" pitchFamily="2" charset="2"/>
              <a:buChar char="v"/>
            </a:pPr>
            <a:r>
              <a:rPr lang="en-US" sz="2100" dirty="0" smtClean="0">
                <a:latin typeface="Arial" pitchFamily="34" charset="0"/>
                <a:cs typeface="Arial" pitchFamily="34" charset="0"/>
              </a:rPr>
              <a:t>But </a:t>
            </a:r>
            <a:r>
              <a:rPr lang="en-US" sz="2100" b="1" dirty="0" smtClean="0">
                <a:solidFill>
                  <a:srgbClr val="FF0000"/>
                </a:solidFill>
                <a:latin typeface="Arial" pitchFamily="34" charset="0"/>
                <a:cs typeface="Arial" pitchFamily="34" charset="0"/>
              </a:rPr>
              <a:t>if the arrangement of atoms was…arranged in a </a:t>
            </a:r>
            <a:r>
              <a:rPr lang="en-US" sz="2100" b="1" i="1" u="sng" dirty="0" smtClean="0">
                <a:solidFill>
                  <a:srgbClr val="003399"/>
                </a:solidFill>
                <a:latin typeface="Arial" pitchFamily="34" charset="0"/>
                <a:cs typeface="Arial" pitchFamily="34" charset="0"/>
              </a:rPr>
              <a:t>face </a:t>
            </a:r>
            <a:r>
              <a:rPr lang="en-US" sz="2100" b="1" i="1" u="sng" dirty="0" err="1" smtClean="0">
                <a:solidFill>
                  <a:srgbClr val="003399"/>
                </a:solidFill>
                <a:latin typeface="Arial" pitchFamily="34" charset="0"/>
                <a:cs typeface="Arial" pitchFamily="34" charset="0"/>
              </a:rPr>
              <a:t>centred</a:t>
            </a:r>
            <a:r>
              <a:rPr lang="en-US" sz="2100" b="1" i="1" u="sng" dirty="0" smtClean="0">
                <a:solidFill>
                  <a:srgbClr val="003399"/>
                </a:solidFill>
                <a:latin typeface="Arial" pitchFamily="34" charset="0"/>
                <a:cs typeface="Arial" pitchFamily="34" charset="0"/>
              </a:rPr>
              <a:t> cubic lattice</a:t>
            </a:r>
            <a:r>
              <a:rPr lang="en-US" sz="2100" dirty="0" smtClean="0">
                <a:latin typeface="Arial" pitchFamily="34" charset="0"/>
                <a:cs typeface="Arial" pitchFamily="34" charset="0"/>
              </a:rPr>
              <a:t>, the diffraction pattern was explained perfectly.”</a:t>
            </a:r>
          </a:p>
          <a:p>
            <a:pPr>
              <a:lnSpc>
                <a:spcPct val="150000"/>
              </a:lnSpc>
              <a:spcBef>
                <a:spcPts val="600"/>
              </a:spcBef>
              <a:spcAft>
                <a:spcPts val="600"/>
              </a:spcAft>
              <a:buClr>
                <a:srgbClr val="FF0000"/>
              </a:buClr>
              <a:buFont typeface="Wingdings" pitchFamily="2" charset="2"/>
              <a:buChar char="v"/>
            </a:pPr>
            <a:endParaRPr lang="en-US" sz="2100" dirty="0" smtClean="0">
              <a:latin typeface="Arial" pitchFamily="34" charset="0"/>
              <a:cs typeface="Arial" pitchFamily="34" charset="0"/>
            </a:endParaRPr>
          </a:p>
        </p:txBody>
      </p:sp>
      <p:pic>
        <p:nvPicPr>
          <p:cNvPr id="77828" name="Picture 3" descr="zincblende model side8_xray.jpg"/>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248400" y="3733800"/>
            <a:ext cx="2590800" cy="2514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829" name="Content Placeholder 4" descr="xrayscrystalstru00braguoft_0116.jpg"/>
          <p:cNvPicPr>
            <a:picLocks noChangeAspect="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553200" y="914400"/>
            <a:ext cx="2057400" cy="2667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ectangle 1"/>
          <p:cNvSpPr/>
          <p:nvPr/>
        </p:nvSpPr>
        <p:spPr>
          <a:xfrm>
            <a:off x="1040988" y="360402"/>
            <a:ext cx="6806992" cy="553998"/>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000" b="1" cap="none" spc="0" dirty="0" smtClean="0">
                <a:ln w="11430"/>
                <a:solidFill>
                  <a:srgbClr val="003399"/>
                </a:solidFill>
                <a:effectLst>
                  <a:outerShdw blurRad="50800" dist="39000" dir="5460000" algn="tl">
                    <a:srgbClr val="000000">
                      <a:alpha val="38000"/>
                    </a:srgbClr>
                  </a:outerShdw>
                </a:effectLst>
              </a:rPr>
              <a:t>Zinc Blende: Von Laue &amp; the Braggs</a:t>
            </a:r>
            <a:endParaRPr lang="en-US" sz="3000" b="1" cap="none" spc="0" dirty="0">
              <a:ln w="11430"/>
              <a:solidFill>
                <a:srgbClr val="003399"/>
              </a:solidFill>
              <a:effectLst>
                <a:outerShdw blurRad="50800" dist="39000" dir="5460000" algn="tl">
                  <a:srgbClr val="000000">
                    <a:alpha val="38000"/>
                  </a:srgbClr>
                </a:outerShdw>
              </a:effectLst>
            </a:endParaRPr>
          </a:p>
        </p:txBody>
      </p:sp>
    </p:spTree>
    <p:extLst>
      <p:ext uri="{BB962C8B-B14F-4D97-AF65-F5344CB8AC3E}">
        <p14:creationId xmlns="" xmlns:p14="http://schemas.microsoft.com/office/powerpoint/2010/main" val="282336617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 name="4 Altbilgi Yer Tutucusu"/>
          <p:cNvSpPr>
            <a:spLocks noGrp="1"/>
          </p:cNvSpPr>
          <p:nvPr>
            <p:ph type="ftr" sz="quarter" idx="1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mtClean="0">
                <a:solidFill>
                  <a:schemeClr val="tx2"/>
                </a:solidFill>
              </a:rPr>
              <a:t>Crystal Structure</a:t>
            </a:r>
          </a:p>
        </p:txBody>
      </p:sp>
      <p:sp>
        <p:nvSpPr>
          <p:cNvPr id="1038" name="5 Slayt Numarası Yer Tutucusu"/>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EE87280-CE07-47B9-B9E9-B4914CE05009}" type="slidenum">
              <a:rPr lang="en-US" smtClean="0">
                <a:solidFill>
                  <a:srgbClr val="FFFFFF"/>
                </a:solidFill>
              </a:rPr>
              <a:pPr eaLnBrk="1" hangingPunct="1"/>
              <a:t>53</a:t>
            </a:fld>
            <a:endParaRPr lang="en-US" smtClean="0">
              <a:solidFill>
                <a:srgbClr val="FFFFFF"/>
              </a:solidFill>
            </a:endParaRPr>
          </a:p>
        </p:txBody>
      </p:sp>
      <p:sp>
        <p:nvSpPr>
          <p:cNvPr id="1039" name="Rectangle 49"/>
          <p:cNvSpPr>
            <a:spLocks noChangeArrowheads="1"/>
          </p:cNvSpPr>
          <p:nvPr/>
        </p:nvSpPr>
        <p:spPr bwMode="auto">
          <a:xfrm>
            <a:off x="0" y="-26988"/>
            <a:ext cx="9144000" cy="6884988"/>
          </a:xfrm>
          <a:prstGeom prst="rect">
            <a:avLst/>
          </a:prstGeom>
          <a:solidFill>
            <a:schemeClr val="bg1"/>
          </a:solidFill>
          <a:ln w="9525">
            <a:solidFill>
              <a:schemeClr val="tx1"/>
            </a:solidFill>
            <a:miter lim="800000"/>
            <a:headEnd/>
            <a:tailEnd/>
          </a:ln>
        </p:spPr>
        <p:txBody>
          <a:bodyPr wrap="none" anchor="ctr"/>
          <a:lstStyle/>
          <a:p>
            <a:endParaRPr lang="tr-TR"/>
          </a:p>
        </p:txBody>
      </p:sp>
      <p:grpSp>
        <p:nvGrpSpPr>
          <p:cNvPr id="4" name="Group 26"/>
          <p:cNvGrpSpPr>
            <a:grpSpLocks/>
          </p:cNvGrpSpPr>
          <p:nvPr/>
        </p:nvGrpSpPr>
        <p:grpSpPr bwMode="auto">
          <a:xfrm>
            <a:off x="1187450" y="2438400"/>
            <a:ext cx="7078663" cy="2618582"/>
            <a:chOff x="0" y="1516"/>
            <a:chExt cx="5563" cy="2095"/>
          </a:xfrm>
        </p:grpSpPr>
        <p:pic>
          <p:nvPicPr>
            <p:cNvPr id="1045" name="Picture 27" descr="mc_atom_bkgrd"/>
            <p:cNvPicPr>
              <a:picLocks noChangeAspect="1" noChangeArrowheads="1"/>
            </p:cNvPicPr>
            <p:nvPr/>
          </p:nvPicPr>
          <p:blipFill>
            <a:blip r:embed="rId2" cstate="print">
              <a:lum bright="-24000" contrast="42000"/>
              <a:extLst>
                <a:ext uri="{28A0092B-C50C-407E-A947-70E740481C1C}">
                  <a14:useLocalDpi xmlns="" xmlns:a14="http://schemas.microsoft.com/office/drawing/2010/main" val="0"/>
                </a:ext>
              </a:extLst>
            </a:blip>
            <a:srcRect l="-1448" t="16992" r="5116" b="11589"/>
            <a:stretch>
              <a:fillRect/>
            </a:stretch>
          </p:blipFill>
          <p:spPr bwMode="auto">
            <a:xfrm>
              <a:off x="2701" y="1602"/>
              <a:ext cx="2862" cy="20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46" name="Picture 28" descr="mc_atom_bkgrd"/>
            <p:cNvPicPr>
              <a:picLocks noChangeAspect="1" noChangeArrowheads="1"/>
            </p:cNvPicPr>
            <p:nvPr/>
          </p:nvPicPr>
          <p:blipFill>
            <a:blip r:embed="rId2" cstate="print">
              <a:lum bright="-24000" contrast="42000"/>
              <a:extLst>
                <a:ext uri="{28A0092B-C50C-407E-A947-70E740481C1C}">
                  <a14:useLocalDpi xmlns="" xmlns:a14="http://schemas.microsoft.com/office/drawing/2010/main" val="0"/>
                </a:ext>
              </a:extLst>
            </a:blip>
            <a:srcRect t="16992" r="5452" b="10843"/>
            <a:stretch>
              <a:fillRect/>
            </a:stretch>
          </p:blipFill>
          <p:spPr bwMode="auto">
            <a:xfrm>
              <a:off x="0" y="1516"/>
              <a:ext cx="2809" cy="20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aphicFrame>
        <p:nvGraphicFramePr>
          <p:cNvPr id="2" name="Diagram 1"/>
          <p:cNvGraphicFramePr/>
          <p:nvPr/>
        </p:nvGraphicFramePr>
        <p:xfrm>
          <a:off x="611188" y="981075"/>
          <a:ext cx="7705725" cy="2952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7023" name="Picture 47" descr="Pyrite">
            <a:hlinkClick r:id="rId7"/>
          </p:cNvPr>
          <p:cNvPicPr>
            <a:picLocks noGrp="1" noChangeAspect="1" noChangeArrowheads="1"/>
          </p:cNvPicPr>
          <p:nvPr>
            <p:ph sz="quarter" idx="4294967295"/>
          </p:nvPr>
        </p:nvPicPr>
        <p:blipFill>
          <a:blip r:embed="rId8" cstate="print">
            <a:extLst>
              <a:ext uri="{28A0092B-C50C-407E-A947-70E740481C1C}">
                <a14:useLocalDpi xmlns="" xmlns:a14="http://schemas.microsoft.com/office/drawing/2010/main" val="0"/>
              </a:ext>
            </a:extLst>
          </a:blip>
          <a:srcRect/>
          <a:stretch>
            <a:fillRect/>
          </a:stretch>
        </p:blipFill>
        <p:spPr>
          <a:xfrm>
            <a:off x="3851275" y="3644900"/>
            <a:ext cx="1349375" cy="2016125"/>
          </a:xfrm>
        </p:spPr>
      </p:pic>
      <p:pic>
        <p:nvPicPr>
          <p:cNvPr id="127024" name="Picture 48" descr="crys_not_crys"/>
          <p:cNvPicPr>
            <a:picLocks noChangeAspect="1" noChangeArrowheads="1"/>
          </p:cNvPicPr>
          <p:nvPr/>
        </p:nvPicPr>
        <p:blipFill>
          <a:blip r:embed="rId9" cstate="print">
            <a:lum bright="6000"/>
            <a:extLst>
              <a:ext uri="{28A0092B-C50C-407E-A947-70E740481C1C}">
                <a14:useLocalDpi xmlns="" xmlns:a14="http://schemas.microsoft.com/office/drawing/2010/main" val="0"/>
              </a:ext>
            </a:extLst>
          </a:blip>
          <a:srcRect l="8272" t="9525" r="52844" b="40144"/>
          <a:stretch>
            <a:fillRect/>
          </a:stretch>
        </p:blipFill>
        <p:spPr bwMode="auto">
          <a:xfrm>
            <a:off x="6278563" y="4221163"/>
            <a:ext cx="1893887" cy="1330325"/>
          </a:xfrm>
          <a:prstGeom prst="rect">
            <a:avLst/>
          </a:prstGeom>
          <a:noFill/>
          <a:ln w="57150">
            <a:solidFill>
              <a:schemeClr val="accent1"/>
            </a:solidFill>
            <a:miter lim="800000"/>
            <a:headEnd/>
            <a:tailEnd/>
          </a:ln>
          <a:extLst>
            <a:ext uri="{909E8E84-426E-40DD-AFC4-6F175D3DCCD1}">
              <a14:hiddenFill xmlns="" xmlns:a14="http://schemas.microsoft.com/office/drawing/2010/main">
                <a:solidFill>
                  <a:srgbClr val="FFFFFF"/>
                </a:solidFill>
              </a14:hiddenFill>
            </a:ext>
          </a:extLst>
        </p:spPr>
      </p:pic>
      <p:pic>
        <p:nvPicPr>
          <p:cNvPr id="127022" name="Picture 46" descr="crys_not_crys"/>
          <p:cNvPicPr>
            <a:picLocks noChangeAspect="1" noChangeArrowheads="1"/>
          </p:cNvPicPr>
          <p:nvPr/>
        </p:nvPicPr>
        <p:blipFill>
          <a:blip r:embed="rId9" cstate="print">
            <a:lum contrast="12000"/>
            <a:extLst>
              <a:ext uri="{28A0092B-C50C-407E-A947-70E740481C1C}">
                <a14:useLocalDpi xmlns="" xmlns:a14="http://schemas.microsoft.com/office/drawing/2010/main" val="0"/>
              </a:ext>
            </a:extLst>
          </a:blip>
          <a:srcRect l="62035" t="12599" r="6778" b="35873"/>
          <a:stretch>
            <a:fillRect/>
          </a:stretch>
        </p:blipFill>
        <p:spPr bwMode="auto">
          <a:xfrm>
            <a:off x="1187450" y="4365625"/>
            <a:ext cx="1354138" cy="1214438"/>
          </a:xfrm>
          <a:prstGeom prst="rect">
            <a:avLst/>
          </a:prstGeom>
          <a:noFill/>
          <a:ln w="57150">
            <a:solidFill>
              <a:schemeClr val="accent1"/>
            </a:solidFill>
            <a:miter lim="800000"/>
            <a:headEnd/>
            <a:tailEnd/>
          </a:ln>
          <a:extLst>
            <a:ext uri="{909E8E84-426E-40DD-AFC4-6F175D3DCCD1}">
              <a14:hiddenFill xmlns=""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nodeType="afterEffect">
                                  <p:stCondLst>
                                    <p:cond delay="0"/>
                                  </p:stCondLst>
                                  <p:childTnLst>
                                    <p:set>
                                      <p:cBhvr>
                                        <p:cTn id="6" dur="1" fill="hold">
                                          <p:stCondLst>
                                            <p:cond delay="0"/>
                                          </p:stCondLst>
                                        </p:cTn>
                                        <p:tgtEl>
                                          <p:spTgt spid="127022"/>
                                        </p:tgtEl>
                                        <p:attrNameLst>
                                          <p:attrName>style.visibility</p:attrName>
                                        </p:attrNameLst>
                                      </p:cBhvr>
                                      <p:to>
                                        <p:strVal val="visible"/>
                                      </p:to>
                                    </p:set>
                                    <p:animEffect transition="in" filter="fade">
                                      <p:cBhvr>
                                        <p:cTn id="7" dur="1000"/>
                                        <p:tgtEl>
                                          <p:spTgt spid="127022"/>
                                        </p:tgtEl>
                                      </p:cBhvr>
                                    </p:animEffect>
                                    <p:anim calcmode="lin" valueType="num">
                                      <p:cBhvr>
                                        <p:cTn id="8" dur="1000" fill="hold"/>
                                        <p:tgtEl>
                                          <p:spTgt spid="127022"/>
                                        </p:tgtEl>
                                        <p:attrNameLst>
                                          <p:attrName>ppt_x</p:attrName>
                                        </p:attrNameLst>
                                      </p:cBhvr>
                                      <p:tavLst>
                                        <p:tav tm="0">
                                          <p:val>
                                            <p:strVal val="#ppt_x"/>
                                          </p:val>
                                        </p:tav>
                                        <p:tav tm="100000">
                                          <p:val>
                                            <p:strVal val="#ppt_x"/>
                                          </p:val>
                                        </p:tav>
                                      </p:tavLst>
                                    </p:anim>
                                    <p:anim calcmode="lin" valueType="num">
                                      <p:cBhvr>
                                        <p:cTn id="9" dur="1000" fill="hold"/>
                                        <p:tgtEl>
                                          <p:spTgt spid="127022"/>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47" presetClass="entr" presetSubtype="0" fill="hold" nodeType="afterEffect">
                                  <p:stCondLst>
                                    <p:cond delay="0"/>
                                  </p:stCondLst>
                                  <p:childTnLst>
                                    <p:set>
                                      <p:cBhvr>
                                        <p:cTn id="12" dur="1" fill="hold">
                                          <p:stCondLst>
                                            <p:cond delay="0"/>
                                          </p:stCondLst>
                                        </p:cTn>
                                        <p:tgtEl>
                                          <p:spTgt spid="127023"/>
                                        </p:tgtEl>
                                        <p:attrNameLst>
                                          <p:attrName>style.visibility</p:attrName>
                                        </p:attrNameLst>
                                      </p:cBhvr>
                                      <p:to>
                                        <p:strVal val="visible"/>
                                      </p:to>
                                    </p:set>
                                    <p:animEffect transition="in" filter="fade">
                                      <p:cBhvr>
                                        <p:cTn id="13" dur="1000"/>
                                        <p:tgtEl>
                                          <p:spTgt spid="127023"/>
                                        </p:tgtEl>
                                      </p:cBhvr>
                                    </p:animEffect>
                                    <p:anim calcmode="lin" valueType="num">
                                      <p:cBhvr>
                                        <p:cTn id="14" dur="1000" fill="hold"/>
                                        <p:tgtEl>
                                          <p:spTgt spid="127023"/>
                                        </p:tgtEl>
                                        <p:attrNameLst>
                                          <p:attrName>ppt_x</p:attrName>
                                        </p:attrNameLst>
                                      </p:cBhvr>
                                      <p:tavLst>
                                        <p:tav tm="0">
                                          <p:val>
                                            <p:strVal val="#ppt_x"/>
                                          </p:val>
                                        </p:tav>
                                        <p:tav tm="100000">
                                          <p:val>
                                            <p:strVal val="#ppt_x"/>
                                          </p:val>
                                        </p:tav>
                                      </p:tavLst>
                                    </p:anim>
                                    <p:anim calcmode="lin" valueType="num">
                                      <p:cBhvr>
                                        <p:cTn id="15" dur="1000" fill="hold"/>
                                        <p:tgtEl>
                                          <p:spTgt spid="127023"/>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2000"/>
                            </p:stCondLst>
                            <p:childTnLst>
                              <p:par>
                                <p:cTn id="17" presetID="47" presetClass="entr" presetSubtype="0" fill="hold" nodeType="afterEffect">
                                  <p:stCondLst>
                                    <p:cond delay="0"/>
                                  </p:stCondLst>
                                  <p:childTnLst>
                                    <p:set>
                                      <p:cBhvr>
                                        <p:cTn id="18" dur="1" fill="hold">
                                          <p:stCondLst>
                                            <p:cond delay="0"/>
                                          </p:stCondLst>
                                        </p:cTn>
                                        <p:tgtEl>
                                          <p:spTgt spid="127024"/>
                                        </p:tgtEl>
                                        <p:attrNameLst>
                                          <p:attrName>style.visibility</p:attrName>
                                        </p:attrNameLst>
                                      </p:cBhvr>
                                      <p:to>
                                        <p:strVal val="visible"/>
                                      </p:to>
                                    </p:set>
                                    <p:animEffect transition="in" filter="fade">
                                      <p:cBhvr>
                                        <p:cTn id="19" dur="1000"/>
                                        <p:tgtEl>
                                          <p:spTgt spid="127024"/>
                                        </p:tgtEl>
                                      </p:cBhvr>
                                    </p:animEffect>
                                    <p:anim calcmode="lin" valueType="num">
                                      <p:cBhvr>
                                        <p:cTn id="20" dur="1000" fill="hold"/>
                                        <p:tgtEl>
                                          <p:spTgt spid="127024"/>
                                        </p:tgtEl>
                                        <p:attrNameLst>
                                          <p:attrName>ppt_x</p:attrName>
                                        </p:attrNameLst>
                                      </p:cBhvr>
                                      <p:tavLst>
                                        <p:tav tm="0">
                                          <p:val>
                                            <p:strVal val="#ppt_x"/>
                                          </p:val>
                                        </p:tav>
                                        <p:tav tm="100000">
                                          <p:val>
                                            <p:strVal val="#ppt_x"/>
                                          </p:val>
                                        </p:tav>
                                      </p:tavLst>
                                    </p:anim>
                                    <p:anim calcmode="lin" valueType="num">
                                      <p:cBhvr>
                                        <p:cTn id="21" dur="1000" fill="hold"/>
                                        <p:tgtEl>
                                          <p:spTgt spid="1270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4"/>
          <p:cNvSpPr txBox="1">
            <a:spLocks noChangeArrowheads="1"/>
          </p:cNvSpPr>
          <p:nvPr/>
        </p:nvSpPr>
        <p:spPr bwMode="auto">
          <a:xfrm>
            <a:off x="381000" y="1697038"/>
            <a:ext cx="2057400" cy="436562"/>
          </a:xfrm>
          <a:prstGeom prst="rect">
            <a:avLst/>
          </a:prstGeom>
          <a:gradFill rotWithShape="0">
            <a:gsLst>
              <a:gs pos="0">
                <a:srgbClr val="5DF1DC"/>
              </a:gs>
              <a:gs pos="100000">
                <a:schemeClr val="bg1"/>
              </a:gs>
            </a:gsLst>
            <a:lin ang="5400000" scaled="1"/>
          </a:gradFill>
          <a:ln w="9525">
            <a:solidFill>
              <a:srgbClr val="339966"/>
            </a:solidFill>
            <a:miter lim="800000"/>
            <a:headEnd/>
            <a:tailEnd/>
          </a:ln>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pPr>
            <a:r>
              <a:rPr lang="en-US" sz="2200" b="1">
                <a:latin typeface="Times New Roman" pitchFamily="18" charset="0"/>
              </a:rPr>
              <a:t>AMORPHOUS</a:t>
            </a:r>
          </a:p>
        </p:txBody>
      </p:sp>
      <p:sp>
        <p:nvSpPr>
          <p:cNvPr id="99331" name="Text Box 5"/>
          <p:cNvSpPr txBox="1">
            <a:spLocks noChangeArrowheads="1"/>
          </p:cNvSpPr>
          <p:nvPr/>
        </p:nvSpPr>
        <p:spPr bwMode="auto">
          <a:xfrm>
            <a:off x="381000" y="457200"/>
            <a:ext cx="8077200" cy="787400"/>
          </a:xfrm>
          <a:prstGeom prst="rect">
            <a:avLst/>
          </a:prstGeom>
          <a:solidFill>
            <a:srgbClr val="CCFFFF"/>
          </a:solidFill>
          <a:ln w="25400">
            <a:solidFill>
              <a:srgbClr val="33CCCC"/>
            </a:solidFill>
            <a:miter lim="800000"/>
            <a:headEnd/>
            <a:tailEnd/>
          </a:ln>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pPr>
            <a:r>
              <a:rPr lang="en-US" sz="2200" b="1">
                <a:solidFill>
                  <a:srgbClr val="FF3300"/>
                </a:solidFill>
                <a:latin typeface="Times New Roman" pitchFamily="18" charset="0"/>
              </a:rPr>
              <a:t>CLASSIFICATION OF SOLIDS BASED ON ATOMIC ARRANGEMENT</a:t>
            </a:r>
          </a:p>
        </p:txBody>
      </p:sp>
      <p:sp>
        <p:nvSpPr>
          <p:cNvPr id="99332" name="Text Box 6"/>
          <p:cNvSpPr txBox="1">
            <a:spLocks noChangeArrowheads="1"/>
          </p:cNvSpPr>
          <p:nvPr/>
        </p:nvSpPr>
        <p:spPr bwMode="auto">
          <a:xfrm>
            <a:off x="3048000" y="1620838"/>
            <a:ext cx="2667000" cy="436562"/>
          </a:xfrm>
          <a:prstGeom prst="rect">
            <a:avLst/>
          </a:prstGeom>
          <a:gradFill rotWithShape="0">
            <a:gsLst>
              <a:gs pos="0">
                <a:srgbClr val="5DF1DC"/>
              </a:gs>
              <a:gs pos="100000">
                <a:schemeClr val="bg1"/>
              </a:gs>
            </a:gsLst>
            <a:lin ang="5400000" scaled="1"/>
          </a:gradFill>
          <a:ln w="9525">
            <a:solidFill>
              <a:srgbClr val="339966"/>
            </a:solidFill>
            <a:miter lim="800000"/>
            <a:headEnd/>
            <a:tailEnd/>
          </a:ln>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pPr>
            <a:r>
              <a:rPr lang="en-US" sz="2200" b="1">
                <a:latin typeface="Times New Roman" pitchFamily="18" charset="0"/>
              </a:rPr>
              <a:t>QUASICRYSTALS</a:t>
            </a:r>
          </a:p>
        </p:txBody>
      </p:sp>
      <p:sp>
        <p:nvSpPr>
          <p:cNvPr id="99333" name="Text Box 7"/>
          <p:cNvSpPr txBox="1">
            <a:spLocks noChangeArrowheads="1"/>
          </p:cNvSpPr>
          <p:nvPr/>
        </p:nvSpPr>
        <p:spPr bwMode="auto">
          <a:xfrm>
            <a:off x="6477000" y="1620838"/>
            <a:ext cx="1752600" cy="436562"/>
          </a:xfrm>
          <a:prstGeom prst="rect">
            <a:avLst/>
          </a:prstGeom>
          <a:gradFill rotWithShape="0">
            <a:gsLst>
              <a:gs pos="0">
                <a:srgbClr val="5DF1DC"/>
              </a:gs>
              <a:gs pos="100000">
                <a:schemeClr val="bg1"/>
              </a:gs>
            </a:gsLst>
            <a:lin ang="5400000" scaled="1"/>
          </a:gradFill>
          <a:ln w="9525">
            <a:solidFill>
              <a:srgbClr val="339966"/>
            </a:solidFill>
            <a:miter lim="800000"/>
            <a:headEnd/>
            <a:tailEnd/>
          </a:ln>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pPr>
            <a:r>
              <a:rPr lang="en-US" sz="2200" b="1">
                <a:latin typeface="Times New Roman" pitchFamily="18" charset="0"/>
              </a:rPr>
              <a:t>CRYSTALS</a:t>
            </a:r>
          </a:p>
        </p:txBody>
      </p:sp>
      <p:cxnSp>
        <p:nvCxnSpPr>
          <p:cNvPr id="99334" name="AutoShape 9"/>
          <p:cNvCxnSpPr>
            <a:cxnSpLocks noChangeShapeType="1"/>
            <a:stCxn id="99331" idx="2"/>
            <a:endCxn id="99330" idx="0"/>
          </p:cNvCxnSpPr>
          <p:nvPr/>
        </p:nvCxnSpPr>
        <p:spPr bwMode="auto">
          <a:xfrm flipH="1">
            <a:off x="1409700" y="1257300"/>
            <a:ext cx="3009900" cy="439738"/>
          </a:xfrm>
          <a:prstGeom prst="straightConnector1">
            <a:avLst/>
          </a:prstGeom>
          <a:noFill/>
          <a:ln w="9525">
            <a:solidFill>
              <a:srgbClr val="FF6600"/>
            </a:solidFill>
            <a:round/>
            <a:headEnd/>
            <a:tailEnd/>
          </a:ln>
          <a:extLst>
            <a:ext uri="{909E8E84-426E-40DD-AFC4-6F175D3DCCD1}">
              <a14:hiddenFill xmlns="" xmlns:a14="http://schemas.microsoft.com/office/drawing/2010/main">
                <a:noFill/>
              </a14:hiddenFill>
            </a:ext>
          </a:extLst>
        </p:spPr>
      </p:cxnSp>
      <p:cxnSp>
        <p:nvCxnSpPr>
          <p:cNvPr id="99335" name="AutoShape 10"/>
          <p:cNvCxnSpPr>
            <a:cxnSpLocks noChangeShapeType="1"/>
            <a:stCxn id="99331" idx="2"/>
            <a:endCxn id="99332" idx="0"/>
          </p:cNvCxnSpPr>
          <p:nvPr/>
        </p:nvCxnSpPr>
        <p:spPr bwMode="auto">
          <a:xfrm flipH="1">
            <a:off x="4381500" y="1257300"/>
            <a:ext cx="38100" cy="363538"/>
          </a:xfrm>
          <a:prstGeom prst="straightConnector1">
            <a:avLst/>
          </a:prstGeom>
          <a:noFill/>
          <a:ln w="9525">
            <a:solidFill>
              <a:srgbClr val="FF6600"/>
            </a:solidFill>
            <a:round/>
            <a:headEnd/>
            <a:tailEnd/>
          </a:ln>
          <a:extLst>
            <a:ext uri="{909E8E84-426E-40DD-AFC4-6F175D3DCCD1}">
              <a14:hiddenFill xmlns="" xmlns:a14="http://schemas.microsoft.com/office/drawing/2010/main">
                <a:noFill/>
              </a14:hiddenFill>
            </a:ext>
          </a:extLst>
        </p:spPr>
      </p:cxnSp>
      <p:cxnSp>
        <p:nvCxnSpPr>
          <p:cNvPr id="99336" name="AutoShape 11"/>
          <p:cNvCxnSpPr>
            <a:cxnSpLocks noChangeShapeType="1"/>
            <a:stCxn id="99331" idx="2"/>
            <a:endCxn id="99333" idx="0"/>
          </p:cNvCxnSpPr>
          <p:nvPr/>
        </p:nvCxnSpPr>
        <p:spPr bwMode="auto">
          <a:xfrm>
            <a:off x="4419600" y="1257300"/>
            <a:ext cx="2933700" cy="363538"/>
          </a:xfrm>
          <a:prstGeom prst="straightConnector1">
            <a:avLst/>
          </a:prstGeom>
          <a:noFill/>
          <a:ln w="9525">
            <a:solidFill>
              <a:srgbClr val="FF6600"/>
            </a:solidFill>
            <a:round/>
            <a:headEnd/>
            <a:tailEnd/>
          </a:ln>
          <a:extLst>
            <a:ext uri="{909E8E84-426E-40DD-AFC4-6F175D3DCCD1}">
              <a14:hiddenFill xmlns="" xmlns:a14="http://schemas.microsoft.com/office/drawing/2010/main">
                <a:noFill/>
              </a14:hiddenFill>
            </a:ext>
          </a:extLst>
        </p:spPr>
      </p:cxnSp>
      <p:sp>
        <p:nvSpPr>
          <p:cNvPr id="99337" name="Text Box 16"/>
          <p:cNvSpPr txBox="1">
            <a:spLocks noChangeArrowheads="1"/>
          </p:cNvSpPr>
          <p:nvPr/>
        </p:nvSpPr>
        <p:spPr bwMode="auto">
          <a:xfrm>
            <a:off x="381000" y="2438400"/>
            <a:ext cx="2160588" cy="1108075"/>
          </a:xfrm>
          <a:prstGeom prst="rect">
            <a:avLst/>
          </a:prstGeom>
          <a:noFill/>
          <a:ln w="12700">
            <a:solidFill>
              <a:srgbClr val="0000FF"/>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200">
                <a:latin typeface="Times New Roman" pitchFamily="18" charset="0"/>
              </a:rPr>
              <a:t>Short range order</a:t>
            </a:r>
          </a:p>
          <a:p>
            <a:pPr eaLnBrk="1" hangingPunct="1"/>
            <a:r>
              <a:rPr lang="en-US" sz="2200">
                <a:latin typeface="Times New Roman" pitchFamily="18" charset="0"/>
              </a:rPr>
              <a:t>+</a:t>
            </a:r>
          </a:p>
          <a:p>
            <a:pPr eaLnBrk="1" hangingPunct="1"/>
            <a:r>
              <a:rPr lang="en-US" sz="2200">
                <a:latin typeface="Times New Roman" pitchFamily="18" charset="0"/>
              </a:rPr>
              <a:t>No periodicity</a:t>
            </a:r>
          </a:p>
        </p:txBody>
      </p:sp>
      <p:sp>
        <p:nvSpPr>
          <p:cNvPr id="99338" name="Text Box 16"/>
          <p:cNvSpPr txBox="1">
            <a:spLocks noChangeArrowheads="1"/>
          </p:cNvSpPr>
          <p:nvPr/>
        </p:nvSpPr>
        <p:spPr bwMode="auto">
          <a:xfrm>
            <a:off x="3370263" y="2438400"/>
            <a:ext cx="1822450" cy="1108075"/>
          </a:xfrm>
          <a:prstGeom prst="rect">
            <a:avLst/>
          </a:prstGeom>
          <a:noFill/>
          <a:ln w="12700">
            <a:solidFill>
              <a:srgbClr val="0000FF"/>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200">
                <a:latin typeface="Times New Roman" pitchFamily="18" charset="0"/>
              </a:rPr>
              <a:t>order</a:t>
            </a:r>
          </a:p>
          <a:p>
            <a:pPr eaLnBrk="1" hangingPunct="1"/>
            <a:r>
              <a:rPr lang="en-US" sz="2200">
                <a:latin typeface="Times New Roman" pitchFamily="18" charset="0"/>
              </a:rPr>
              <a:t>+</a:t>
            </a:r>
          </a:p>
          <a:p>
            <a:pPr eaLnBrk="1" hangingPunct="1"/>
            <a:r>
              <a:rPr lang="en-US" sz="2200">
                <a:latin typeface="Times New Roman" pitchFamily="18" charset="0"/>
              </a:rPr>
              <a:t>No periodicity</a:t>
            </a:r>
          </a:p>
        </p:txBody>
      </p:sp>
      <p:sp>
        <p:nvSpPr>
          <p:cNvPr id="99339" name="Text Box 16"/>
          <p:cNvSpPr txBox="1">
            <a:spLocks noChangeArrowheads="1"/>
          </p:cNvSpPr>
          <p:nvPr/>
        </p:nvSpPr>
        <p:spPr bwMode="auto">
          <a:xfrm>
            <a:off x="6380163" y="2362200"/>
            <a:ext cx="2051050" cy="1108075"/>
          </a:xfrm>
          <a:prstGeom prst="rect">
            <a:avLst/>
          </a:prstGeom>
          <a:noFill/>
          <a:ln w="12700">
            <a:solidFill>
              <a:srgbClr val="0000FF"/>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200">
                <a:latin typeface="Times New Roman" pitchFamily="18" charset="0"/>
              </a:rPr>
              <a:t>long range order</a:t>
            </a:r>
          </a:p>
          <a:p>
            <a:pPr eaLnBrk="1" hangingPunct="1"/>
            <a:r>
              <a:rPr lang="en-US" sz="2200">
                <a:latin typeface="Times New Roman" pitchFamily="18" charset="0"/>
              </a:rPr>
              <a:t>+</a:t>
            </a:r>
          </a:p>
          <a:p>
            <a:pPr eaLnBrk="1" hangingPunct="1"/>
            <a:r>
              <a:rPr lang="en-US" sz="2200">
                <a:latin typeface="Times New Roman" pitchFamily="18" charset="0"/>
              </a:rPr>
              <a:t>periodicity</a:t>
            </a:r>
          </a:p>
        </p:txBody>
      </p:sp>
      <p:pic>
        <p:nvPicPr>
          <p:cNvPr id="9934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248400" y="3657600"/>
            <a:ext cx="2438400" cy="1184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pic>
      <p:pic>
        <p:nvPicPr>
          <p:cNvPr id="99341"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81000" y="3733800"/>
            <a:ext cx="2362200" cy="1227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pic>
      <p:pic>
        <p:nvPicPr>
          <p:cNvPr id="99342" name="Picture 7" descr="http://www.sott.net/image/image/s4/90871/full/pic_v6_st6_1.gif"/>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276600" y="3733800"/>
            <a:ext cx="2381250" cy="2381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45012678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A95C34D-1E15-498F-BFCE-E5587308F038}" type="slidenum">
              <a:rPr lang="en-US" smtClean="0"/>
              <a:pPr>
                <a:defRPr/>
              </a:pPr>
              <a:t>55</a:t>
            </a:fld>
            <a:endParaRPr lang="en-US"/>
          </a:p>
        </p:txBody>
      </p:sp>
      <p:sp>
        <p:nvSpPr>
          <p:cNvPr id="27650" name="Rectangle 2"/>
          <p:cNvSpPr>
            <a:spLocks noGrp="1" noChangeArrowheads="1"/>
          </p:cNvSpPr>
          <p:nvPr>
            <p:ph type="title" idx="4294967295"/>
          </p:nvPr>
        </p:nvSpPr>
        <p:spPr>
          <a:xfrm>
            <a:off x="914400" y="274638"/>
            <a:ext cx="8229600" cy="1143000"/>
          </a:xfrm>
        </p:spPr>
        <p:txBody>
          <a:bodyPr/>
          <a:lstStyle/>
          <a:p>
            <a:pPr eaLnBrk="1" fontAlgn="auto" hangingPunct="1">
              <a:spcAft>
                <a:spcPts val="0"/>
              </a:spcAft>
              <a:defRPr/>
            </a:pPr>
            <a:r>
              <a:rPr lang="en-US" dirty="0" smtClean="0">
                <a:solidFill>
                  <a:schemeClr val="tx2">
                    <a:satMod val="130000"/>
                  </a:schemeClr>
                </a:solidFill>
              </a:rPr>
              <a:t>Amorphous solids</a:t>
            </a:r>
          </a:p>
        </p:txBody>
      </p:sp>
      <p:sp>
        <p:nvSpPr>
          <p:cNvPr id="100355" name="Rectangle 3"/>
          <p:cNvSpPr>
            <a:spLocks noGrp="1" noChangeArrowheads="1"/>
          </p:cNvSpPr>
          <p:nvPr>
            <p:ph type="body" sz="half" idx="4294967295"/>
          </p:nvPr>
        </p:nvSpPr>
        <p:spPr>
          <a:xfrm>
            <a:off x="0" y="2103438"/>
            <a:ext cx="5943600" cy="4525962"/>
          </a:xfrm>
        </p:spPr>
        <p:txBody>
          <a:bodyPr/>
          <a:lstStyle/>
          <a:p>
            <a:pPr lvl="1" eaLnBrk="1" hangingPunct="1"/>
            <a:r>
              <a:rPr lang="en-US" sz="2400" smtClean="0"/>
              <a:t>Rigid and appear solid</a:t>
            </a:r>
          </a:p>
          <a:p>
            <a:pPr lvl="1" eaLnBrk="1" hangingPunct="1"/>
            <a:r>
              <a:rPr lang="en-US" sz="2400" smtClean="0"/>
              <a:t>Short-Range order </a:t>
            </a:r>
          </a:p>
          <a:p>
            <a:pPr lvl="1" eaLnBrk="1" hangingPunct="1"/>
            <a:r>
              <a:rPr lang="en-US" sz="2400" smtClean="0"/>
              <a:t>Don’t have a specific pattern</a:t>
            </a:r>
          </a:p>
          <a:p>
            <a:pPr lvl="1" eaLnBrk="1" hangingPunct="1"/>
            <a:r>
              <a:rPr lang="en-US" sz="2400" smtClean="0"/>
              <a:t>Refered to as supercooled liquids</a:t>
            </a:r>
          </a:p>
          <a:p>
            <a:pPr lvl="1" eaLnBrk="1" hangingPunct="1"/>
            <a:r>
              <a:rPr lang="en-US" sz="2400" smtClean="0"/>
              <a:t>When heated particles get softer and softer before they melt</a:t>
            </a:r>
          </a:p>
          <a:p>
            <a:pPr lvl="1" eaLnBrk="1" hangingPunct="1"/>
            <a:r>
              <a:rPr lang="en-US" sz="2400" smtClean="0"/>
              <a:t>Ex: glass, rubber, plastics</a:t>
            </a:r>
          </a:p>
          <a:p>
            <a:pPr eaLnBrk="1" hangingPunct="1"/>
            <a:endParaRPr lang="en-US" sz="2400" smtClean="0"/>
          </a:p>
        </p:txBody>
      </p:sp>
      <p:pic>
        <p:nvPicPr>
          <p:cNvPr id="100356" name="Picture 8" descr="index">
            <a:hlinkClick r:id="rId2"/>
          </p:cNvPr>
          <p:cNvPicPr>
            <a:picLocks noGrp="1" noChangeAspect="1" noChangeArrowheads="1"/>
          </p:cNvPicPr>
          <p:nvPr>
            <p:ph sz="quarter" idx="4294967295"/>
          </p:nvPr>
        </p:nvPicPr>
        <p:blipFill>
          <a:blip r:embed="rId3" cstate="print">
            <a:extLst>
              <a:ext uri="{28A0092B-C50C-407E-A947-70E740481C1C}">
                <a14:useLocalDpi xmlns="" xmlns:a14="http://schemas.microsoft.com/office/drawing/2010/main" val="0"/>
              </a:ext>
            </a:extLst>
          </a:blip>
          <a:srcRect/>
          <a:stretch>
            <a:fillRect/>
          </a:stretch>
        </p:blipFill>
        <p:spPr>
          <a:xfrm>
            <a:off x="6858000" y="4267200"/>
            <a:ext cx="2286000" cy="2286000"/>
          </a:xfrm>
        </p:spPr>
      </p:pic>
      <p:pic>
        <p:nvPicPr>
          <p:cNvPr id="100357" name="Picture 6" descr="thumb2">
            <a:hlinkClick r:id="rId4"/>
          </p:cNvPr>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172200" y="1524000"/>
            <a:ext cx="2286000" cy="2590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20111599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C38FA191-2670-4580-BC5F-21DFE0139D84}" type="slidenum">
              <a:rPr lang="en-US" smtClean="0"/>
              <a:pPr>
                <a:defRPr/>
              </a:pPr>
              <a:t>56</a:t>
            </a:fld>
            <a:endParaRPr lang="en-US"/>
          </a:p>
        </p:txBody>
      </p:sp>
      <p:sp>
        <p:nvSpPr>
          <p:cNvPr id="26626" name="Rectangle 2"/>
          <p:cNvSpPr>
            <a:spLocks noGrp="1" noChangeArrowheads="1"/>
          </p:cNvSpPr>
          <p:nvPr>
            <p:ph type="title" idx="4294967295"/>
          </p:nvPr>
        </p:nvSpPr>
        <p:spPr>
          <a:xfrm>
            <a:off x="914400" y="274638"/>
            <a:ext cx="8229600" cy="1143000"/>
          </a:xfrm>
        </p:spPr>
        <p:txBody>
          <a:bodyPr/>
          <a:lstStyle/>
          <a:p>
            <a:pPr eaLnBrk="1" fontAlgn="auto" hangingPunct="1">
              <a:spcAft>
                <a:spcPts val="0"/>
              </a:spcAft>
              <a:defRPr/>
            </a:pPr>
            <a:r>
              <a:rPr lang="en-US" smtClean="0">
                <a:solidFill>
                  <a:schemeClr val="folHlink"/>
                </a:solidFill>
              </a:rPr>
              <a:t>Crystalline solids</a:t>
            </a:r>
          </a:p>
        </p:txBody>
      </p:sp>
      <p:sp>
        <p:nvSpPr>
          <p:cNvPr id="101379" name="Rectangle 3"/>
          <p:cNvSpPr>
            <a:spLocks noGrp="1" noChangeArrowheads="1"/>
          </p:cNvSpPr>
          <p:nvPr>
            <p:ph type="body" sz="half" idx="4294967295"/>
          </p:nvPr>
        </p:nvSpPr>
        <p:spPr>
          <a:xfrm>
            <a:off x="1219200" y="1600200"/>
            <a:ext cx="7924800" cy="2514600"/>
          </a:xfrm>
        </p:spPr>
        <p:txBody>
          <a:bodyPr/>
          <a:lstStyle/>
          <a:p>
            <a:pPr lvl="1" eaLnBrk="1" hangingPunct="1"/>
            <a:r>
              <a:rPr lang="en-US" sz="2400" smtClean="0"/>
              <a:t>Particles are highly ordered &amp; in repeating patterns</a:t>
            </a:r>
          </a:p>
          <a:p>
            <a:pPr lvl="1" eaLnBrk="1" hangingPunct="1"/>
            <a:r>
              <a:rPr lang="en-US" sz="2400" smtClean="0"/>
              <a:t>Long Range Order </a:t>
            </a:r>
          </a:p>
          <a:p>
            <a:pPr lvl="1" eaLnBrk="1" hangingPunct="1"/>
            <a:r>
              <a:rPr lang="en-US" sz="2400" smtClean="0"/>
              <a:t>Sharp Melting Point</a:t>
            </a:r>
          </a:p>
          <a:p>
            <a:pPr lvl="1" eaLnBrk="1" hangingPunct="1"/>
            <a:r>
              <a:rPr lang="en-US" sz="2400" smtClean="0"/>
              <a:t>Well developed symmetry</a:t>
            </a:r>
          </a:p>
          <a:p>
            <a:pPr lvl="1" eaLnBrk="1" hangingPunct="1"/>
            <a:r>
              <a:rPr lang="en-US" sz="2400" smtClean="0"/>
              <a:t>Ex: snow, sodium chloride, sugar</a:t>
            </a:r>
          </a:p>
        </p:txBody>
      </p:sp>
      <p:pic>
        <p:nvPicPr>
          <p:cNvPr id="101380" name="Picture 8" descr="585px-Copper_sulfate">
            <a:hlinkClick r:id="rId2"/>
          </p:cNvPr>
          <p:cNvPicPr>
            <a:picLocks noGrp="1" noChangeAspect="1" noChangeArrowheads="1"/>
          </p:cNvPicPr>
          <p:nvPr>
            <p:ph sz="quarter" idx="4294967295"/>
          </p:nvPr>
        </p:nvPicPr>
        <p:blipFill>
          <a:blip r:embed="rId3" cstate="print">
            <a:extLst>
              <a:ext uri="{28A0092B-C50C-407E-A947-70E740481C1C}">
                <a14:useLocalDpi xmlns="" xmlns:a14="http://schemas.microsoft.com/office/drawing/2010/main" val="0"/>
              </a:ext>
            </a:extLst>
          </a:blip>
          <a:srcRect/>
          <a:stretch>
            <a:fillRect/>
          </a:stretch>
        </p:blipFill>
        <p:spPr>
          <a:xfrm>
            <a:off x="0" y="4289425"/>
            <a:ext cx="3232150" cy="2187575"/>
          </a:xfrm>
        </p:spPr>
      </p:pic>
    </p:spTree>
    <p:extLst>
      <p:ext uri="{BB962C8B-B14F-4D97-AF65-F5344CB8AC3E}">
        <p14:creationId xmlns="" xmlns:p14="http://schemas.microsoft.com/office/powerpoint/2010/main" val="123548671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4" name="3 Altbilgi Yer Tutucusu"/>
          <p:cNvSpPr>
            <a:spLocks noGrp="1"/>
          </p:cNvSpPr>
          <p:nvPr>
            <p:ph type="ftr" sz="quarter" idx="12"/>
          </p:nvPr>
        </p:nvSpPr>
        <p:spPr bwMode="auto">
          <a:xfrm>
            <a:off x="8129588" y="5734050"/>
            <a:ext cx="609600" cy="52070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b="1" smtClean="0">
                <a:solidFill>
                  <a:srgbClr val="FFFFFF"/>
                </a:solidFill>
              </a:rPr>
              <a:t>Crystal Structure</a:t>
            </a:r>
          </a:p>
        </p:txBody>
      </p:sp>
      <p:sp>
        <p:nvSpPr>
          <p:cNvPr id="146435" name="4 Slayt Numarası Yer Tutucusu"/>
          <p:cNvSpPr>
            <a:spLocks noGrp="1"/>
          </p:cNvSpPr>
          <p:nvPr>
            <p:ph type="sldNum" sz="quarter" idx="11"/>
          </p:nvPr>
        </p:nvSpPr>
        <p:spPr bwMode="auto">
          <a:xfrm rot="5400000">
            <a:off x="6989763" y="3736975"/>
            <a:ext cx="3200400" cy="365125"/>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91B6075A-079E-4184-B821-A5684A43B6C3}" type="slidenum">
              <a:rPr lang="en-US" sz="1200" b="0" smtClean="0">
                <a:solidFill>
                  <a:schemeClr val="tx2"/>
                </a:solidFill>
              </a:rPr>
              <a:pPr algn="l" eaLnBrk="1" hangingPunct="1"/>
              <a:t>57</a:t>
            </a:fld>
            <a:endParaRPr lang="en-US" sz="1200" b="0" smtClean="0">
              <a:solidFill>
                <a:schemeClr val="tx2"/>
              </a:solidFill>
            </a:endParaRPr>
          </a:p>
        </p:txBody>
      </p:sp>
      <p:grpSp>
        <p:nvGrpSpPr>
          <p:cNvPr id="3" name="Group 4"/>
          <p:cNvGrpSpPr>
            <a:grpSpLocks/>
          </p:cNvGrpSpPr>
          <p:nvPr/>
        </p:nvGrpSpPr>
        <p:grpSpPr bwMode="auto">
          <a:xfrm>
            <a:off x="533400" y="2468079"/>
            <a:ext cx="7562850" cy="2998788"/>
            <a:chOff x="0" y="1516"/>
            <a:chExt cx="5563" cy="2095"/>
          </a:xfrm>
        </p:grpSpPr>
        <p:pic>
          <p:nvPicPr>
            <p:cNvPr id="146439" name="Picture 5" descr="mc_atom_bkgrd"/>
            <p:cNvPicPr>
              <a:picLocks noChangeAspect="1" noChangeArrowheads="1"/>
            </p:cNvPicPr>
            <p:nvPr/>
          </p:nvPicPr>
          <p:blipFill>
            <a:blip r:embed="rId2" cstate="print">
              <a:lum bright="-24000" contrast="42000"/>
              <a:extLst>
                <a:ext uri="{28A0092B-C50C-407E-A947-70E740481C1C}">
                  <a14:useLocalDpi xmlns="" xmlns:a14="http://schemas.microsoft.com/office/drawing/2010/main" val="0"/>
                </a:ext>
              </a:extLst>
            </a:blip>
            <a:srcRect l="-1448" t="16992" r="5116" b="11589"/>
            <a:stretch>
              <a:fillRect/>
            </a:stretch>
          </p:blipFill>
          <p:spPr bwMode="auto">
            <a:xfrm>
              <a:off x="2701" y="1602"/>
              <a:ext cx="2862" cy="20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46440" name="Picture 6" descr="mc_atom_bkgrd"/>
            <p:cNvPicPr>
              <a:picLocks noChangeAspect="1" noChangeArrowheads="1"/>
            </p:cNvPicPr>
            <p:nvPr/>
          </p:nvPicPr>
          <p:blipFill>
            <a:blip r:embed="rId2" cstate="print">
              <a:lum bright="-24000" contrast="42000"/>
              <a:extLst>
                <a:ext uri="{28A0092B-C50C-407E-A947-70E740481C1C}">
                  <a14:useLocalDpi xmlns="" xmlns:a14="http://schemas.microsoft.com/office/drawing/2010/main" val="0"/>
                </a:ext>
              </a:extLst>
            </a:blip>
            <a:srcRect t="16992" r="5452" b="10843"/>
            <a:stretch>
              <a:fillRect/>
            </a:stretch>
          </p:blipFill>
          <p:spPr bwMode="auto">
            <a:xfrm>
              <a:off x="0" y="1516"/>
              <a:ext cx="2809" cy="20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293891" name="Rectangle 3"/>
          <p:cNvSpPr>
            <a:spLocks noGrp="1" noChangeArrowheads="1"/>
          </p:cNvSpPr>
          <p:nvPr>
            <p:ph type="body" idx="4294967295"/>
          </p:nvPr>
        </p:nvSpPr>
        <p:spPr>
          <a:xfrm>
            <a:off x="693738" y="1714500"/>
            <a:ext cx="7981950" cy="4500563"/>
          </a:xfrm>
        </p:spPr>
        <p:txBody>
          <a:bodyPr/>
          <a:lstStyle/>
          <a:p>
            <a:pPr eaLnBrk="1" hangingPunct="1"/>
            <a:r>
              <a:rPr lang="tr-TR" dirty="0" smtClean="0"/>
              <a:t>Single crsytal, polycrystalline, and amorphous, are the three general types of solids.</a:t>
            </a:r>
          </a:p>
          <a:p>
            <a:pPr eaLnBrk="1" hangingPunct="1"/>
            <a:endParaRPr lang="tr-TR" dirty="0" smtClean="0"/>
          </a:p>
          <a:p>
            <a:pPr eaLnBrk="1" hangingPunct="1"/>
            <a:r>
              <a:rPr lang="tr-TR" dirty="0" smtClean="0"/>
              <a:t>Each type is characterized by the size of ordered region within the material.</a:t>
            </a:r>
          </a:p>
          <a:p>
            <a:pPr eaLnBrk="1" hangingPunct="1"/>
            <a:endParaRPr lang="tr-TR" dirty="0" smtClean="0"/>
          </a:p>
          <a:p>
            <a:pPr eaLnBrk="1" hangingPunct="1"/>
            <a:r>
              <a:rPr lang="tr-TR" dirty="0" smtClean="0"/>
              <a:t>An ordered region is a spatial volume in which atoms or molecules have a regular geometric arrangement or periodicity.</a:t>
            </a:r>
            <a:endParaRPr lang="en-US" dirty="0" smtClean="0"/>
          </a:p>
        </p:txBody>
      </p:sp>
      <p:sp>
        <p:nvSpPr>
          <p:cNvPr id="2" name="Rectangle 1"/>
          <p:cNvSpPr/>
          <p:nvPr/>
        </p:nvSpPr>
        <p:spPr>
          <a:xfrm>
            <a:off x="914400" y="381000"/>
            <a:ext cx="4180953" cy="64633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tr-TR"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Types of Solids</a:t>
            </a:r>
            <a:endParaRPr lang="en-U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3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38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38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5 Altbilgi Yer Tutucusu"/>
          <p:cNvSpPr>
            <a:spLocks noGrp="1"/>
          </p:cNvSpPr>
          <p:nvPr>
            <p:ph type="ftr" sz="quarter" idx="1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mtClean="0">
                <a:solidFill>
                  <a:schemeClr val="tx2"/>
                </a:solidFill>
              </a:rPr>
              <a:t>Crystal Structure</a:t>
            </a:r>
          </a:p>
        </p:txBody>
      </p:sp>
      <p:sp>
        <p:nvSpPr>
          <p:cNvPr id="147459" name="6 Slayt Numarası Yer Tutucusu"/>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9DA2E6D8-4FD5-45DD-91DB-87AED61F9894}" type="slidenum">
              <a:rPr lang="en-US" smtClean="0">
                <a:solidFill>
                  <a:srgbClr val="FFFFFF"/>
                </a:solidFill>
              </a:rPr>
              <a:pPr eaLnBrk="1" hangingPunct="1"/>
              <a:t>58</a:t>
            </a:fld>
            <a:endParaRPr lang="en-US" smtClean="0">
              <a:solidFill>
                <a:srgbClr val="FFFFFF"/>
              </a:solidFill>
            </a:endParaRPr>
          </a:p>
        </p:txBody>
      </p:sp>
      <p:grpSp>
        <p:nvGrpSpPr>
          <p:cNvPr id="3" name="Group 23"/>
          <p:cNvGrpSpPr>
            <a:grpSpLocks/>
          </p:cNvGrpSpPr>
          <p:nvPr/>
        </p:nvGrpSpPr>
        <p:grpSpPr bwMode="auto">
          <a:xfrm>
            <a:off x="609601" y="2514600"/>
            <a:ext cx="7850188" cy="2747963"/>
            <a:chOff x="0" y="1516"/>
            <a:chExt cx="5563" cy="2095"/>
          </a:xfrm>
        </p:grpSpPr>
        <p:pic>
          <p:nvPicPr>
            <p:cNvPr id="147468" name="Picture 24" descr="mc_atom_bkgrd"/>
            <p:cNvPicPr>
              <a:picLocks noChangeAspect="1" noChangeArrowheads="1"/>
            </p:cNvPicPr>
            <p:nvPr/>
          </p:nvPicPr>
          <p:blipFill>
            <a:blip r:embed="rId3" cstate="print">
              <a:lum bright="-24000" contrast="42000"/>
              <a:extLst>
                <a:ext uri="{28A0092B-C50C-407E-A947-70E740481C1C}">
                  <a14:useLocalDpi xmlns="" xmlns:a14="http://schemas.microsoft.com/office/drawing/2010/main" val="0"/>
                </a:ext>
              </a:extLst>
            </a:blip>
            <a:srcRect l="-1448" t="16992" r="5116" b="11589"/>
            <a:stretch>
              <a:fillRect/>
            </a:stretch>
          </p:blipFill>
          <p:spPr bwMode="auto">
            <a:xfrm>
              <a:off x="2701" y="1602"/>
              <a:ext cx="2862" cy="20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47469" name="Picture 25" descr="mc_atom_bkgrd"/>
            <p:cNvPicPr>
              <a:picLocks noChangeAspect="1" noChangeArrowheads="1"/>
            </p:cNvPicPr>
            <p:nvPr/>
          </p:nvPicPr>
          <p:blipFill>
            <a:blip r:embed="rId3" cstate="print">
              <a:lum bright="-24000" contrast="42000"/>
              <a:extLst>
                <a:ext uri="{28A0092B-C50C-407E-A947-70E740481C1C}">
                  <a14:useLocalDpi xmlns="" xmlns:a14="http://schemas.microsoft.com/office/drawing/2010/main" val="0"/>
                </a:ext>
              </a:extLst>
            </a:blip>
            <a:srcRect t="16992" r="5452" b="10843"/>
            <a:stretch>
              <a:fillRect/>
            </a:stretch>
          </p:blipFill>
          <p:spPr bwMode="auto">
            <a:xfrm>
              <a:off x="0" y="1516"/>
              <a:ext cx="2809" cy="20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141318" name="Rectangle 15"/>
          <p:cNvSpPr>
            <a:spLocks noGrp="1" noChangeArrowheads="1"/>
          </p:cNvSpPr>
          <p:nvPr>
            <p:ph type="body" sz="half" idx="1"/>
          </p:nvPr>
        </p:nvSpPr>
        <p:spPr>
          <a:xfrm>
            <a:off x="461079" y="1190065"/>
            <a:ext cx="7920038" cy="2643187"/>
          </a:xfrm>
        </p:spPr>
        <p:txBody>
          <a:bodyPr/>
          <a:lstStyle/>
          <a:p>
            <a:pPr algn="just" eaLnBrk="1" hangingPunct="1">
              <a:spcBef>
                <a:spcPts val="1200"/>
              </a:spcBef>
              <a:spcAft>
                <a:spcPts val="1200"/>
              </a:spcAft>
            </a:pPr>
            <a:r>
              <a:rPr lang="en-GB" u="sng" dirty="0" smtClean="0">
                <a:solidFill>
                  <a:srgbClr val="372221"/>
                </a:solidFill>
              </a:rPr>
              <a:t>Crystalline Solid</a:t>
            </a:r>
            <a:r>
              <a:rPr lang="en-GB" dirty="0" smtClean="0">
                <a:solidFill>
                  <a:srgbClr val="372221"/>
                </a:solidFill>
              </a:rPr>
              <a:t>  is </a:t>
            </a:r>
            <a:r>
              <a:rPr lang="en-GB" dirty="0" smtClean="0"/>
              <a:t>the solid form of a substance   in   which   the   </a:t>
            </a:r>
            <a:r>
              <a:rPr lang="en-GB" b="1" i="1" dirty="0" smtClean="0"/>
              <a:t>atoms  or molecules </a:t>
            </a:r>
            <a:r>
              <a:rPr lang="en-GB" dirty="0" smtClean="0"/>
              <a:t>are  arranged  in  a  definite, repeating pattern in three dimension.</a:t>
            </a:r>
            <a:r>
              <a:rPr lang="en-GB" b="1" dirty="0" smtClean="0"/>
              <a:t> </a:t>
            </a:r>
            <a:endParaRPr lang="tr-TR" b="1" dirty="0" smtClean="0"/>
          </a:p>
          <a:p>
            <a:pPr algn="just" eaLnBrk="1" hangingPunct="1">
              <a:spcBef>
                <a:spcPts val="1200"/>
              </a:spcBef>
              <a:spcAft>
                <a:spcPts val="1200"/>
              </a:spcAft>
            </a:pPr>
            <a:r>
              <a:rPr lang="tr-TR" dirty="0" smtClean="0"/>
              <a:t>Single crystals, ideally </a:t>
            </a:r>
            <a:r>
              <a:rPr lang="tr-TR" dirty="0" smtClean="0">
                <a:solidFill>
                  <a:srgbClr val="C00000"/>
                </a:solidFill>
              </a:rPr>
              <a:t>have a high degree of order</a:t>
            </a:r>
            <a:r>
              <a:rPr lang="tr-TR" dirty="0" smtClean="0"/>
              <a:t>, or regular geometric periodicity, throughout the </a:t>
            </a:r>
            <a:r>
              <a:rPr lang="tr-TR" b="1" i="1" dirty="0" smtClean="0"/>
              <a:t>entire volume of the material</a:t>
            </a:r>
            <a:r>
              <a:rPr lang="tr-TR" dirty="0" smtClean="0"/>
              <a:t>.</a:t>
            </a:r>
            <a:endParaRPr lang="en-GB" sz="2800" dirty="0" smtClean="0"/>
          </a:p>
        </p:txBody>
      </p:sp>
      <p:pic>
        <p:nvPicPr>
          <p:cNvPr id="147463" name="Picture 6" descr="crys_not_crys"/>
          <p:cNvPicPr>
            <a:picLocks noChangeAspect="1" noChangeArrowheads="1"/>
          </p:cNvPicPr>
          <p:nvPr/>
        </p:nvPicPr>
        <p:blipFill>
          <a:blip r:embed="rId4" cstate="print">
            <a:lum contrast="12000"/>
            <a:extLst>
              <a:ext uri="{28A0092B-C50C-407E-A947-70E740481C1C}">
                <a14:useLocalDpi xmlns="" xmlns:a14="http://schemas.microsoft.com/office/drawing/2010/main" val="0"/>
              </a:ext>
            </a:extLst>
          </a:blip>
          <a:srcRect l="62006" t="12576" r="6729" b="35876"/>
          <a:stretch>
            <a:fillRect/>
          </a:stretch>
        </p:blipFill>
        <p:spPr bwMode="auto">
          <a:xfrm>
            <a:off x="6408738" y="4071938"/>
            <a:ext cx="2051050" cy="1928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47464" name="Picture 10" descr="FG03_05"/>
          <p:cNvPicPr>
            <a:picLocks noGrp="1" noChangeAspect="1" noChangeArrowheads="1"/>
          </p:cNvPicPr>
          <p:nvPr>
            <p:ph sz="quarter" idx="4294967295"/>
          </p:nvPr>
        </p:nvPicPr>
        <p:blipFill>
          <a:blip r:embed="rId5" cstate="print">
            <a:lum contrast="18000"/>
            <a:extLst>
              <a:ext uri="{28A0092B-C50C-407E-A947-70E740481C1C}">
                <a14:useLocalDpi xmlns="" xmlns:a14="http://schemas.microsoft.com/office/drawing/2010/main" val="0"/>
              </a:ext>
            </a:extLst>
          </a:blip>
          <a:srcRect r="-854" b="50208"/>
          <a:stretch>
            <a:fillRect/>
          </a:stretch>
        </p:blipFill>
        <p:spPr>
          <a:xfrm>
            <a:off x="3778250" y="4286250"/>
            <a:ext cx="1873250" cy="2071688"/>
          </a:xfrm>
          <a:noFill/>
        </p:spPr>
      </p:pic>
      <p:sp>
        <p:nvSpPr>
          <p:cNvPr id="147465" name="AutoShape 13"/>
          <p:cNvSpPr>
            <a:spLocks noChangeArrowheads="1"/>
          </p:cNvSpPr>
          <p:nvPr/>
        </p:nvSpPr>
        <p:spPr bwMode="auto">
          <a:xfrm>
            <a:off x="5786438" y="4857750"/>
            <a:ext cx="431800" cy="476250"/>
          </a:xfrm>
          <a:prstGeom prst="leftRightArrow">
            <a:avLst>
              <a:gd name="adj1" fmla="val 50000"/>
              <a:gd name="adj2" fmla="val 20000"/>
            </a:avLst>
          </a:prstGeom>
          <a:solidFill>
            <a:schemeClr val="accent1"/>
          </a:solidFill>
          <a:ln>
            <a:noFill/>
          </a:ln>
          <a:extLst>
            <a:ext uri="{91240B29-F687-4F45-9708-019B960494DF}">
              <a14:hiddenLine xmlns="" xmlns:a14="http://schemas.microsoft.com/office/drawing/2010/main" w="9525" algn="ctr">
                <a:solidFill>
                  <a:srgbClr val="000000"/>
                </a:solidFill>
                <a:miter lim="800000"/>
                <a:headEnd/>
                <a:tailEnd/>
              </a14:hiddenLine>
            </a:ext>
          </a:extLst>
        </p:spPr>
        <p:txBody>
          <a:bodyPr wrap="none" anchor="ctr"/>
          <a:lstStyle/>
          <a:p>
            <a:pPr marL="447675" indent="-447675">
              <a:lnSpc>
                <a:spcPct val="80000"/>
              </a:lnSpc>
              <a:spcBef>
                <a:spcPct val="20000"/>
              </a:spcBef>
              <a:buClr>
                <a:schemeClr val="accent1"/>
              </a:buClr>
              <a:buSzPct val="70000"/>
              <a:buFont typeface="Wingdings" pitchFamily="2" charset="2"/>
              <a:buNone/>
            </a:pPr>
            <a:endParaRPr lang="tr-TR"/>
          </a:p>
        </p:txBody>
      </p:sp>
      <p:pic>
        <p:nvPicPr>
          <p:cNvPr id="147466" name="Picture 16"/>
          <p:cNvPicPr>
            <a:picLocks noGrp="1" noChangeAspect="1" noChangeArrowheads="1"/>
          </p:cNvPicPr>
          <p:nvPr>
            <p:ph sz="half" idx="2"/>
          </p:nvPr>
        </p:nvPicPr>
        <p:blipFill>
          <a:blip r:embed="rId6" cstate="print">
            <a:extLst>
              <a:ext uri="{28A0092B-C50C-407E-A947-70E740481C1C}">
                <a14:useLocalDpi xmlns="" xmlns:a14="http://schemas.microsoft.com/office/drawing/2010/main" val="0"/>
              </a:ext>
            </a:extLst>
          </a:blip>
          <a:srcRect r="27267" b="4111"/>
          <a:stretch>
            <a:fillRect/>
          </a:stretch>
        </p:blipFill>
        <p:spPr>
          <a:xfrm>
            <a:off x="684213" y="4214813"/>
            <a:ext cx="2303462" cy="1500187"/>
          </a:xfrm>
          <a:noFill/>
        </p:spPr>
      </p:pic>
      <p:sp>
        <p:nvSpPr>
          <p:cNvPr id="147467" name="AutoShape 18"/>
          <p:cNvSpPr>
            <a:spLocks noChangeArrowheads="1"/>
          </p:cNvSpPr>
          <p:nvPr/>
        </p:nvSpPr>
        <p:spPr bwMode="auto">
          <a:xfrm>
            <a:off x="3214688" y="4786313"/>
            <a:ext cx="431800" cy="476250"/>
          </a:xfrm>
          <a:prstGeom prst="leftRightArrow">
            <a:avLst>
              <a:gd name="adj1" fmla="val 50000"/>
              <a:gd name="adj2" fmla="val 20000"/>
            </a:avLst>
          </a:prstGeom>
          <a:solidFill>
            <a:schemeClr val="accent1"/>
          </a:solidFill>
          <a:ln>
            <a:noFill/>
          </a:ln>
          <a:extLst>
            <a:ext uri="{91240B29-F687-4F45-9708-019B960494DF}">
              <a14:hiddenLine xmlns="" xmlns:a14="http://schemas.microsoft.com/office/drawing/2010/main" w="9525" algn="ctr">
                <a:solidFill>
                  <a:srgbClr val="000000"/>
                </a:solidFill>
                <a:miter lim="800000"/>
                <a:headEnd/>
                <a:tailEnd/>
              </a14:hiddenLine>
            </a:ext>
          </a:extLst>
        </p:spPr>
        <p:txBody>
          <a:bodyPr wrap="none" anchor="ctr"/>
          <a:lstStyle/>
          <a:p>
            <a:pPr marL="447675" indent="-447675">
              <a:lnSpc>
                <a:spcPct val="80000"/>
              </a:lnSpc>
              <a:spcBef>
                <a:spcPct val="20000"/>
              </a:spcBef>
              <a:buClr>
                <a:schemeClr val="accent1"/>
              </a:buClr>
              <a:buSzPct val="70000"/>
              <a:buFont typeface="Wingdings" pitchFamily="2" charset="2"/>
              <a:buNone/>
            </a:pPr>
            <a:endParaRPr lang="tr-TR"/>
          </a:p>
        </p:txBody>
      </p:sp>
      <p:sp>
        <p:nvSpPr>
          <p:cNvPr id="2" name="Rectangle 1"/>
          <p:cNvSpPr/>
          <p:nvPr/>
        </p:nvSpPr>
        <p:spPr>
          <a:xfrm>
            <a:off x="762000" y="228600"/>
            <a:ext cx="4493538" cy="64633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GB"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Crystalline Solid</a:t>
            </a:r>
            <a:endParaRPr lang="en-U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3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7 Slayt Numarası Yer Tutucusu"/>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E834BD5-EB17-4C48-BD50-4AE749CDADCE}" type="slidenum">
              <a:rPr lang="en-US" smtClean="0">
                <a:solidFill>
                  <a:srgbClr val="FFFFFF"/>
                </a:solidFill>
              </a:rPr>
              <a:pPr eaLnBrk="1" hangingPunct="1"/>
              <a:t>59</a:t>
            </a:fld>
            <a:endParaRPr lang="en-US" smtClean="0">
              <a:solidFill>
                <a:srgbClr val="FFFFFF"/>
              </a:solidFill>
            </a:endParaRPr>
          </a:p>
        </p:txBody>
      </p:sp>
      <p:pic>
        <p:nvPicPr>
          <p:cNvPr id="148484" name="Picture 4" descr="Diagram showing the range of translational periodicity in materials"/>
          <p:cNvPicPr>
            <a:picLocks noGrp="1" noChangeArrowheads="1"/>
          </p:cNvPicPr>
          <p:nvPr>
            <p:ph sz="quarter" idx="2"/>
          </p:nvPr>
        </p:nvPicPr>
        <p:blipFill>
          <a:blip r:embed="rId2" cstate="print">
            <a:extLst>
              <a:ext uri="{28A0092B-C50C-407E-A947-70E740481C1C}">
                <a14:useLocalDpi xmlns="" xmlns:a14="http://schemas.microsoft.com/office/drawing/2010/main" val="0"/>
              </a:ext>
            </a:extLst>
          </a:blip>
          <a:srcRect r="67165" b="29172"/>
          <a:stretch>
            <a:fillRect/>
          </a:stretch>
        </p:blipFill>
        <p:spPr>
          <a:xfrm>
            <a:off x="228600" y="3119438"/>
            <a:ext cx="1728788" cy="1690687"/>
          </a:xfrm>
          <a:noFill/>
        </p:spPr>
      </p:pic>
      <p:sp>
        <p:nvSpPr>
          <p:cNvPr id="148485" name="Text Box 5"/>
          <p:cNvSpPr txBox="1">
            <a:spLocks noChangeArrowheads="1"/>
          </p:cNvSpPr>
          <p:nvPr/>
        </p:nvSpPr>
        <p:spPr bwMode="auto">
          <a:xfrm>
            <a:off x="1020763" y="5064125"/>
            <a:ext cx="1708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t>Single Crystal</a:t>
            </a:r>
            <a:endParaRPr lang="en-US"/>
          </a:p>
        </p:txBody>
      </p:sp>
      <p:pic>
        <p:nvPicPr>
          <p:cNvPr id="148486" name="Picture 7" descr="pyrite.jpg">
            <a:hlinkClick r:id="rId3"/>
          </p:cNvPr>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971925" y="3048000"/>
            <a:ext cx="2879725" cy="2241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8487" name="AutoShape 9"/>
          <p:cNvSpPr>
            <a:spLocks noChangeArrowheads="1"/>
          </p:cNvSpPr>
          <p:nvPr/>
        </p:nvSpPr>
        <p:spPr bwMode="auto">
          <a:xfrm>
            <a:off x="5700713" y="3479800"/>
            <a:ext cx="1368425" cy="144463"/>
          </a:xfrm>
          <a:prstGeom prst="rightArrow">
            <a:avLst>
              <a:gd name="adj1" fmla="val 50000"/>
              <a:gd name="adj2" fmla="val 236812"/>
            </a:avLst>
          </a:prstGeom>
          <a:solidFill>
            <a:schemeClr val="accent1"/>
          </a:solidFill>
          <a:ln>
            <a:noFill/>
          </a:ln>
          <a:effectLst>
            <a:prstShdw prst="shdw11">
              <a:srgbClr val="808080">
                <a:alpha val="50000"/>
              </a:srgbClr>
            </a:prstShdw>
          </a:effectLst>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tr-TR"/>
          </a:p>
        </p:txBody>
      </p:sp>
      <p:sp>
        <p:nvSpPr>
          <p:cNvPr id="148488" name="AutoShape 10"/>
          <p:cNvSpPr>
            <a:spLocks noChangeArrowheads="1"/>
          </p:cNvSpPr>
          <p:nvPr/>
        </p:nvSpPr>
        <p:spPr bwMode="auto">
          <a:xfrm>
            <a:off x="6061075" y="4632325"/>
            <a:ext cx="1152525" cy="144463"/>
          </a:xfrm>
          <a:prstGeom prst="rightArrow">
            <a:avLst>
              <a:gd name="adj1" fmla="val 50000"/>
              <a:gd name="adj2" fmla="val 199450"/>
            </a:avLst>
          </a:prstGeom>
          <a:solidFill>
            <a:schemeClr val="accent1"/>
          </a:solidFill>
          <a:ln>
            <a:noFill/>
          </a:ln>
          <a:effectLst>
            <a:prstShdw prst="shdw11">
              <a:srgbClr val="808080">
                <a:alpha val="50000"/>
              </a:srgbClr>
            </a:prstShdw>
          </a:effectLst>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tr-TR"/>
          </a:p>
        </p:txBody>
      </p:sp>
      <p:sp>
        <p:nvSpPr>
          <p:cNvPr id="148489" name="Text Box 11"/>
          <p:cNvSpPr txBox="1">
            <a:spLocks noChangeArrowheads="1"/>
          </p:cNvSpPr>
          <p:nvPr/>
        </p:nvSpPr>
        <p:spPr bwMode="auto">
          <a:xfrm>
            <a:off x="6997700" y="3270250"/>
            <a:ext cx="1568450"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t>Single Pyrite</a:t>
            </a:r>
          </a:p>
          <a:p>
            <a:pPr eaLnBrk="1" hangingPunct="1"/>
            <a:r>
              <a:rPr lang="tr-TR"/>
              <a:t> Crystal</a:t>
            </a:r>
            <a:endParaRPr lang="en-US"/>
          </a:p>
        </p:txBody>
      </p:sp>
      <p:sp>
        <p:nvSpPr>
          <p:cNvPr id="148490" name="Text Box 12"/>
          <p:cNvSpPr txBox="1">
            <a:spLocks noChangeArrowheads="1"/>
          </p:cNvSpPr>
          <p:nvPr/>
        </p:nvSpPr>
        <p:spPr bwMode="auto">
          <a:xfrm>
            <a:off x="7186613" y="4422775"/>
            <a:ext cx="1466850"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t>Amorphous</a:t>
            </a:r>
          </a:p>
          <a:p>
            <a:pPr eaLnBrk="1" hangingPunct="1"/>
            <a:r>
              <a:rPr lang="tr-TR"/>
              <a:t>Solid</a:t>
            </a:r>
            <a:endParaRPr lang="en-US"/>
          </a:p>
        </p:txBody>
      </p:sp>
      <p:pic>
        <p:nvPicPr>
          <p:cNvPr id="148491" name="Picture 16"/>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2028825" y="3192463"/>
            <a:ext cx="1871663" cy="1660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8492" name="Rectangle 20"/>
          <p:cNvSpPr>
            <a:spLocks noChangeArrowheads="1"/>
          </p:cNvSpPr>
          <p:nvPr/>
        </p:nvSpPr>
        <p:spPr bwMode="auto">
          <a:xfrm>
            <a:off x="76200" y="990600"/>
            <a:ext cx="8569325" cy="180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47675" indent="-447675" algn="just">
              <a:spcBef>
                <a:spcPct val="20000"/>
              </a:spcBef>
              <a:buClr>
                <a:schemeClr val="accent1"/>
              </a:buClr>
              <a:buSzPct val="70000"/>
              <a:buFont typeface="Wingdings" pitchFamily="2" charset="2"/>
              <a:buChar char="n"/>
            </a:pPr>
            <a:r>
              <a:rPr lang="en-GB" sz="2400" u="sng">
                <a:solidFill>
                  <a:schemeClr val="tx2"/>
                </a:solidFill>
              </a:rPr>
              <a:t>Single crystal</a:t>
            </a:r>
            <a:r>
              <a:rPr lang="en-GB" sz="2400">
                <a:solidFill>
                  <a:schemeClr val="tx2"/>
                </a:solidFill>
              </a:rPr>
              <a:t> </a:t>
            </a:r>
            <a:r>
              <a:rPr lang="en-GB" sz="2400"/>
              <a:t>has an atomic structure that repeats periodically across its whole volume. Even at infinite length scales, each atom is related to every other equivalent atom in the structure by translational symmetry</a:t>
            </a:r>
          </a:p>
        </p:txBody>
      </p:sp>
      <p:sp>
        <p:nvSpPr>
          <p:cNvPr id="14" name="Rectangle 13"/>
          <p:cNvSpPr/>
          <p:nvPr/>
        </p:nvSpPr>
        <p:spPr>
          <a:xfrm>
            <a:off x="762000" y="228600"/>
            <a:ext cx="4493538" cy="64633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GB"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Crystalline Solid</a:t>
            </a:r>
            <a:endParaRPr lang="en-U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7 Slayt Numarası Yer Tutucusu"/>
          <p:cNvSpPr>
            <a:spLocks noGrp="1"/>
          </p:cNvSpPr>
          <p:nvPr>
            <p:ph type="sldNum" sz="quarter" idx="12"/>
          </p:nvPr>
        </p:nvSpPr>
        <p:spPr bwMode="auto">
          <a:xfrm>
            <a:off x="8129588" y="5581650"/>
            <a:ext cx="609600" cy="52070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E1E247AC-B5BE-4FE4-BA94-F886D7809AEA}" type="slidenum">
              <a:rPr lang="en-US" smtClean="0">
                <a:solidFill>
                  <a:srgbClr val="FFFFFF"/>
                </a:solidFill>
              </a:rPr>
              <a:pPr eaLnBrk="1" hangingPunct="1"/>
              <a:t>60</a:t>
            </a:fld>
            <a:endParaRPr lang="en-US" smtClean="0">
              <a:solidFill>
                <a:srgbClr val="FFFFFF"/>
              </a:solidFill>
            </a:endParaRPr>
          </a:p>
        </p:txBody>
      </p:sp>
      <p:pic>
        <p:nvPicPr>
          <p:cNvPr id="149509" name="Picture 4" descr="Diagram showing the range of translational periodicity in materials"/>
          <p:cNvPicPr>
            <a:picLocks noChangeArrowheads="1"/>
          </p:cNvPicPr>
          <p:nvPr/>
        </p:nvPicPr>
        <p:blipFill>
          <a:blip r:embed="rId2" cstate="print">
            <a:extLst>
              <a:ext uri="{28A0092B-C50C-407E-A947-70E740481C1C}">
                <a14:useLocalDpi xmlns="" xmlns:a14="http://schemas.microsoft.com/office/drawing/2010/main" val="0"/>
              </a:ext>
            </a:extLst>
          </a:blip>
          <a:srcRect l="32913" r="32756" b="27521"/>
          <a:stretch>
            <a:fillRect/>
          </a:stretch>
        </p:blipFill>
        <p:spPr bwMode="auto">
          <a:xfrm>
            <a:off x="704850" y="5257800"/>
            <a:ext cx="1657350" cy="129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49510" name="Picture 13" descr="Pyrite">
            <a:hlinkClick r:id="rId3"/>
          </p:cNvPr>
          <p:cNvPicPr>
            <a:picLocks noGrp="1" noChangeAspect="1" noChangeArrowheads="1"/>
          </p:cNvPicPr>
          <p:nvPr>
            <p:ph sz="quarter" idx="2"/>
          </p:nvPr>
        </p:nvPicPr>
        <p:blipFill>
          <a:blip r:embed="rId4" cstate="print">
            <a:extLst>
              <a:ext uri="{28A0092B-C50C-407E-A947-70E740481C1C}">
                <a14:useLocalDpi xmlns="" xmlns:a14="http://schemas.microsoft.com/office/drawing/2010/main" val="0"/>
              </a:ext>
            </a:extLst>
          </a:blip>
          <a:srcRect/>
          <a:stretch>
            <a:fillRect/>
          </a:stretch>
        </p:blipFill>
        <p:spPr>
          <a:xfrm>
            <a:off x="2678113" y="4765675"/>
            <a:ext cx="1360487" cy="2016125"/>
          </a:xfrm>
        </p:spPr>
      </p:pic>
      <p:sp>
        <p:nvSpPr>
          <p:cNvPr id="149511" name="AutoShape 18"/>
          <p:cNvSpPr>
            <a:spLocks noChangeArrowheads="1"/>
          </p:cNvSpPr>
          <p:nvPr/>
        </p:nvSpPr>
        <p:spPr bwMode="auto">
          <a:xfrm>
            <a:off x="3746500" y="5705475"/>
            <a:ext cx="673100" cy="128588"/>
          </a:xfrm>
          <a:prstGeom prst="rightArrow">
            <a:avLst>
              <a:gd name="adj1" fmla="val 50000"/>
              <a:gd name="adj2" fmla="val 130864"/>
            </a:avLst>
          </a:prstGeom>
          <a:solidFill>
            <a:schemeClr val="accent1"/>
          </a:solidFill>
          <a:ln>
            <a:noFill/>
          </a:ln>
          <a:effectLst>
            <a:prstShdw prst="shdw11">
              <a:srgbClr val="808080">
                <a:alpha val="50000"/>
              </a:srgbClr>
            </a:prstShdw>
          </a:effectLst>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tr-TR"/>
          </a:p>
        </p:txBody>
      </p:sp>
      <p:sp>
        <p:nvSpPr>
          <p:cNvPr id="149512" name="Text Box 19"/>
          <p:cNvSpPr txBox="1">
            <a:spLocks noChangeArrowheads="1"/>
          </p:cNvSpPr>
          <p:nvPr/>
        </p:nvSpPr>
        <p:spPr bwMode="auto">
          <a:xfrm>
            <a:off x="4214813" y="5276850"/>
            <a:ext cx="1797050" cy="923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tr-TR"/>
              <a:t>Polycrystalline</a:t>
            </a:r>
          </a:p>
          <a:p>
            <a:pPr eaLnBrk="1" hangingPunct="1"/>
            <a:r>
              <a:rPr lang="tr-TR"/>
              <a:t>Pyrite  form</a:t>
            </a:r>
          </a:p>
          <a:p>
            <a:pPr eaLnBrk="1" hangingPunct="1"/>
            <a:r>
              <a:rPr lang="tr-TR"/>
              <a:t>(Grain)</a:t>
            </a:r>
            <a:endParaRPr lang="en-US"/>
          </a:p>
        </p:txBody>
      </p:sp>
      <p:pic>
        <p:nvPicPr>
          <p:cNvPr id="149513" name="Picture 23"/>
          <p:cNvPicPr>
            <a:picLocks noGrp="1" noChangeAspect="1" noChangeArrowheads="1"/>
          </p:cNvPicPr>
          <p:nvPr>
            <p:ph sz="quarter" idx="3"/>
          </p:nvPr>
        </p:nvPicPr>
        <p:blipFill>
          <a:blip r:embed="rId5" cstate="print">
            <a:extLst>
              <a:ext uri="{28A0092B-C50C-407E-A947-70E740481C1C}">
                <a14:useLocalDpi xmlns="" xmlns:a14="http://schemas.microsoft.com/office/drawing/2010/main" val="0"/>
              </a:ext>
            </a:extLst>
          </a:blip>
          <a:srcRect/>
          <a:stretch>
            <a:fillRect/>
          </a:stretch>
        </p:blipFill>
        <p:spPr>
          <a:xfrm>
            <a:off x="6005513" y="4694726"/>
            <a:ext cx="2376487" cy="2010874"/>
          </a:xfrm>
          <a:noFill/>
        </p:spPr>
      </p:pic>
      <p:sp>
        <p:nvSpPr>
          <p:cNvPr id="143370" name="Rectangle 30"/>
          <p:cNvSpPr>
            <a:spLocks noChangeArrowheads="1"/>
          </p:cNvSpPr>
          <p:nvPr/>
        </p:nvSpPr>
        <p:spPr bwMode="auto">
          <a:xfrm>
            <a:off x="176212" y="684431"/>
            <a:ext cx="8423275" cy="3505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47675" indent="-447675" algn="just">
              <a:spcBef>
                <a:spcPct val="20000"/>
              </a:spcBef>
              <a:buClr>
                <a:schemeClr val="accent1"/>
              </a:buClr>
              <a:buSzPct val="70000"/>
              <a:buFont typeface="Arial" pitchFamily="34" charset="0"/>
              <a:buChar char="Ω"/>
            </a:pPr>
            <a:r>
              <a:rPr lang="en-GB" sz="2100" u="sng" dirty="0" err="1">
                <a:solidFill>
                  <a:schemeClr val="tx2"/>
                </a:solidFill>
              </a:rPr>
              <a:t>Polycrystal</a:t>
            </a:r>
            <a:r>
              <a:rPr lang="en-GB" sz="2100" dirty="0">
                <a:solidFill>
                  <a:schemeClr val="tx2"/>
                </a:solidFill>
              </a:rPr>
              <a:t> </a:t>
            </a:r>
            <a:r>
              <a:rPr lang="en-GB" sz="2100" dirty="0"/>
              <a:t>is a material made up of an aggregate of </a:t>
            </a:r>
            <a:r>
              <a:rPr lang="en-GB" sz="2100" i="1" dirty="0"/>
              <a:t>many small single crystals </a:t>
            </a:r>
            <a:r>
              <a:rPr lang="en-GB" sz="2100" dirty="0"/>
              <a:t>(also called crystallites or grains). </a:t>
            </a:r>
            <a:endParaRPr lang="tr-TR" sz="2100" dirty="0"/>
          </a:p>
          <a:p>
            <a:pPr marL="447675" indent="-447675" algn="just">
              <a:spcBef>
                <a:spcPct val="20000"/>
              </a:spcBef>
              <a:buClr>
                <a:schemeClr val="accent1"/>
              </a:buClr>
              <a:buSzPct val="70000"/>
              <a:buFont typeface="Arial" pitchFamily="34" charset="0"/>
              <a:buChar char="Ω"/>
            </a:pPr>
            <a:r>
              <a:rPr lang="tr-TR" sz="2100" dirty="0"/>
              <a:t>Polycrystalline material </a:t>
            </a:r>
            <a:r>
              <a:rPr lang="tr-TR" sz="2100" dirty="0">
                <a:solidFill>
                  <a:srgbClr val="C00000"/>
                </a:solidFill>
              </a:rPr>
              <a:t>have a high degree of order over many atomic or molecular </a:t>
            </a:r>
            <a:r>
              <a:rPr lang="tr-TR" sz="2100" dirty="0"/>
              <a:t>dimensions.</a:t>
            </a:r>
          </a:p>
          <a:p>
            <a:pPr marL="447675" indent="-447675" algn="just">
              <a:spcBef>
                <a:spcPct val="20000"/>
              </a:spcBef>
              <a:buClr>
                <a:schemeClr val="accent1"/>
              </a:buClr>
              <a:buSzPct val="70000"/>
              <a:buFont typeface="Arial" pitchFamily="34" charset="0"/>
              <a:buChar char="Ω"/>
            </a:pPr>
            <a:r>
              <a:rPr lang="tr-TR" sz="2100" dirty="0"/>
              <a:t>These </a:t>
            </a:r>
            <a:r>
              <a:rPr lang="tr-TR" sz="2100" i="1" dirty="0"/>
              <a:t>ordered regions, </a:t>
            </a:r>
            <a:r>
              <a:rPr lang="tr-TR" sz="2100" dirty="0"/>
              <a:t>or single crytal regions, </a:t>
            </a:r>
            <a:r>
              <a:rPr lang="tr-TR" sz="2100" dirty="0">
                <a:solidFill>
                  <a:srgbClr val="C00000"/>
                </a:solidFill>
              </a:rPr>
              <a:t>vary in size and orientati</a:t>
            </a:r>
            <a:r>
              <a:rPr lang="tr-TR" sz="2100" dirty="0"/>
              <a:t>on wrt </a:t>
            </a:r>
            <a:r>
              <a:rPr lang="tr-TR" sz="2100" dirty="0">
                <a:solidFill>
                  <a:srgbClr val="C00000"/>
                </a:solidFill>
              </a:rPr>
              <a:t>one another.</a:t>
            </a:r>
          </a:p>
          <a:p>
            <a:pPr marL="447675" indent="-447675" algn="just">
              <a:spcBef>
                <a:spcPct val="20000"/>
              </a:spcBef>
              <a:buClr>
                <a:schemeClr val="accent1"/>
              </a:buClr>
              <a:buSzPct val="70000"/>
              <a:buFont typeface="Arial" pitchFamily="34" charset="0"/>
              <a:buChar char="Ω"/>
            </a:pPr>
            <a:r>
              <a:rPr lang="tr-TR" sz="2100" dirty="0"/>
              <a:t>These regions are called as </a:t>
            </a:r>
            <a:r>
              <a:rPr lang="tr-TR" sz="2100" i="1" dirty="0"/>
              <a:t>grains </a:t>
            </a:r>
            <a:r>
              <a:rPr lang="tr-TR" sz="2100" i="1" dirty="0" smtClean="0"/>
              <a:t>(domain</a:t>
            </a:r>
            <a:r>
              <a:rPr lang="tr-TR" sz="2100" i="1" dirty="0"/>
              <a:t>)</a:t>
            </a:r>
            <a:r>
              <a:rPr lang="tr-TR" sz="2100" dirty="0"/>
              <a:t> and are separated from one another by </a:t>
            </a:r>
            <a:r>
              <a:rPr lang="tr-TR" sz="2100" i="1" dirty="0"/>
              <a:t>grain boundaries. The </a:t>
            </a:r>
            <a:r>
              <a:rPr lang="tr-TR" sz="2100" i="1" dirty="0">
                <a:solidFill>
                  <a:srgbClr val="00B0F0"/>
                </a:solidFill>
              </a:rPr>
              <a:t>atomic order </a:t>
            </a:r>
            <a:r>
              <a:rPr lang="tr-TR" sz="2100" i="1" dirty="0"/>
              <a:t>can vary from </a:t>
            </a:r>
            <a:r>
              <a:rPr lang="tr-TR" sz="2100" i="1" dirty="0">
                <a:solidFill>
                  <a:srgbClr val="00B0F0"/>
                </a:solidFill>
              </a:rPr>
              <a:t>one domain to the next</a:t>
            </a:r>
            <a:r>
              <a:rPr lang="tr-TR" sz="2100" i="1" dirty="0"/>
              <a:t>.</a:t>
            </a:r>
          </a:p>
          <a:p>
            <a:pPr marL="447675" indent="-447675" algn="just">
              <a:spcBef>
                <a:spcPct val="20000"/>
              </a:spcBef>
              <a:buClr>
                <a:schemeClr val="accent1"/>
              </a:buClr>
              <a:buSzPct val="70000"/>
              <a:buFont typeface="Arial" pitchFamily="34" charset="0"/>
              <a:buChar char="Ω"/>
            </a:pPr>
            <a:r>
              <a:rPr lang="en-GB" sz="2100" dirty="0"/>
              <a:t>The grains are usually </a:t>
            </a:r>
            <a:r>
              <a:rPr lang="en-GB" sz="2100" i="1" dirty="0"/>
              <a:t>100 nm - 100 microns in diameter</a:t>
            </a:r>
            <a:r>
              <a:rPr lang="en-GB" sz="2100" dirty="0"/>
              <a:t>. </a:t>
            </a:r>
            <a:r>
              <a:rPr lang="en-GB" sz="2100" dirty="0" err="1"/>
              <a:t>Polycrystals</a:t>
            </a:r>
            <a:r>
              <a:rPr lang="en-GB" sz="2100" dirty="0"/>
              <a:t> with grains that are &lt;10 nm in diameter are called </a:t>
            </a:r>
            <a:r>
              <a:rPr lang="en-GB" sz="2100" dirty="0" err="1">
                <a:solidFill>
                  <a:srgbClr val="C00000"/>
                </a:solidFill>
              </a:rPr>
              <a:t>nanocrystalline</a:t>
            </a:r>
            <a:r>
              <a:rPr lang="en-GB" sz="2100" dirty="0">
                <a:solidFill>
                  <a:srgbClr val="C00000"/>
                </a:solidFill>
              </a:rPr>
              <a:t>.</a:t>
            </a:r>
            <a:r>
              <a:rPr lang="en-GB" sz="2100" dirty="0"/>
              <a:t> 	</a:t>
            </a:r>
            <a:endParaRPr lang="tr-TR" sz="2100" u="sng" dirty="0">
              <a:solidFill>
                <a:srgbClr val="372221"/>
              </a:solidFill>
            </a:endParaRPr>
          </a:p>
          <a:p>
            <a:pPr marL="447675" indent="-447675" algn="just">
              <a:spcBef>
                <a:spcPct val="20000"/>
              </a:spcBef>
              <a:buClr>
                <a:schemeClr val="accent1"/>
              </a:buClr>
              <a:buSzPct val="70000"/>
              <a:buFont typeface="Arial" pitchFamily="34" charset="0"/>
              <a:buChar char="Ω"/>
            </a:pPr>
            <a:endParaRPr lang="en-GB" sz="2100" dirty="0"/>
          </a:p>
        </p:txBody>
      </p:sp>
      <p:sp>
        <p:nvSpPr>
          <p:cNvPr id="14" name="Rectangle 13"/>
          <p:cNvSpPr/>
          <p:nvPr/>
        </p:nvSpPr>
        <p:spPr>
          <a:xfrm>
            <a:off x="224193" y="25400"/>
            <a:ext cx="5569153" cy="64633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GB"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Polycrystalline Solid</a:t>
            </a:r>
            <a:endParaRPr lang="en-U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6 Slayt Numarası Yer Tutucusu"/>
          <p:cNvSpPr>
            <a:spLocks noGrp="1"/>
          </p:cNvSpPr>
          <p:nvPr>
            <p:ph type="sldNum" sz="quarter" idx="12"/>
          </p:nvPr>
        </p:nvSpPr>
        <p:spPr bwMode="auto">
          <a:xfrm>
            <a:off x="8129588" y="5492750"/>
            <a:ext cx="609600" cy="52070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cs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cs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cs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A34B8564-F7D7-4F78-82AA-153C5B581225}" type="slidenum">
              <a:rPr lang="en-US" smtClean="0">
                <a:solidFill>
                  <a:srgbClr val="FFFFFF"/>
                </a:solidFill>
              </a:rPr>
              <a:pPr eaLnBrk="1" hangingPunct="1"/>
              <a:t>61</a:t>
            </a:fld>
            <a:endParaRPr lang="en-US" smtClean="0">
              <a:solidFill>
                <a:srgbClr val="FFFFFF"/>
              </a:solidFill>
            </a:endParaRPr>
          </a:p>
        </p:txBody>
      </p:sp>
      <p:sp>
        <p:nvSpPr>
          <p:cNvPr id="144388" name="Rectangle 9"/>
          <p:cNvSpPr>
            <a:spLocks noGrp="1" noChangeArrowheads="1"/>
          </p:cNvSpPr>
          <p:nvPr>
            <p:ph type="body" sz="half" idx="1"/>
          </p:nvPr>
        </p:nvSpPr>
        <p:spPr>
          <a:xfrm>
            <a:off x="257175" y="914400"/>
            <a:ext cx="8429625" cy="3505200"/>
          </a:xfrm>
        </p:spPr>
        <p:txBody>
          <a:bodyPr/>
          <a:lstStyle/>
          <a:p>
            <a:pPr algn="just" eaLnBrk="1" hangingPunct="1">
              <a:lnSpc>
                <a:spcPct val="90000"/>
              </a:lnSpc>
            </a:pPr>
            <a:r>
              <a:rPr lang="en-GB" sz="2100" u="sng" dirty="0" smtClean="0">
                <a:solidFill>
                  <a:srgbClr val="372221"/>
                </a:solidFill>
              </a:rPr>
              <a:t>Amorphous (Non-crystalline) Solid</a:t>
            </a:r>
            <a:r>
              <a:rPr lang="en-GB" sz="2100" dirty="0" smtClean="0">
                <a:solidFill>
                  <a:srgbClr val="372221"/>
                </a:solidFill>
              </a:rPr>
              <a:t>    </a:t>
            </a:r>
            <a:r>
              <a:rPr lang="en-GB" sz="2100" dirty="0" smtClean="0"/>
              <a:t>is   composed   of  randomly orientated  atoms,  ions, or molecules  that  do   not  form defined patterns or lattice structures</a:t>
            </a:r>
            <a:r>
              <a:rPr lang="en-GB" sz="2100" b="1" dirty="0" smtClean="0"/>
              <a:t>.</a:t>
            </a:r>
            <a:endParaRPr lang="tr-TR" sz="2100" b="1" dirty="0" smtClean="0"/>
          </a:p>
          <a:p>
            <a:pPr algn="just" eaLnBrk="1" hangingPunct="1">
              <a:lnSpc>
                <a:spcPct val="90000"/>
              </a:lnSpc>
            </a:pPr>
            <a:r>
              <a:rPr lang="en-GB" sz="2100" dirty="0" smtClean="0">
                <a:solidFill>
                  <a:srgbClr val="372221"/>
                </a:solidFill>
              </a:rPr>
              <a:t>Amorphous</a:t>
            </a:r>
            <a:r>
              <a:rPr lang="tr-TR" sz="2100" dirty="0" smtClean="0">
                <a:solidFill>
                  <a:srgbClr val="372221"/>
                </a:solidFill>
              </a:rPr>
              <a:t> materials have order only within a few atomic or molecular dimensions. </a:t>
            </a:r>
          </a:p>
          <a:p>
            <a:pPr algn="just" eaLnBrk="1" hangingPunct="1">
              <a:lnSpc>
                <a:spcPct val="90000"/>
              </a:lnSpc>
            </a:pPr>
            <a:r>
              <a:rPr lang="en-GB" sz="2100" dirty="0" smtClean="0">
                <a:solidFill>
                  <a:srgbClr val="372221"/>
                </a:solidFill>
              </a:rPr>
              <a:t>Amorphous </a:t>
            </a:r>
            <a:r>
              <a:rPr lang="tr-TR" sz="2100" dirty="0" smtClean="0">
                <a:solidFill>
                  <a:srgbClr val="372221"/>
                </a:solidFill>
              </a:rPr>
              <a:t>materials do not have any long-range order, but they have varying degrees of short-range order.</a:t>
            </a:r>
          </a:p>
          <a:p>
            <a:pPr algn="just" eaLnBrk="1" hangingPunct="1">
              <a:lnSpc>
                <a:spcPct val="90000"/>
              </a:lnSpc>
            </a:pPr>
            <a:r>
              <a:rPr lang="tr-TR" sz="2100" dirty="0" smtClean="0">
                <a:solidFill>
                  <a:srgbClr val="372221"/>
                </a:solidFill>
              </a:rPr>
              <a:t>Examples to a</a:t>
            </a:r>
            <a:r>
              <a:rPr lang="en-GB" sz="2100" dirty="0" err="1" smtClean="0">
                <a:solidFill>
                  <a:srgbClr val="372221"/>
                </a:solidFill>
              </a:rPr>
              <a:t>morphous</a:t>
            </a:r>
            <a:r>
              <a:rPr lang="tr-TR" sz="2100" dirty="0" smtClean="0">
                <a:solidFill>
                  <a:srgbClr val="372221"/>
                </a:solidFill>
              </a:rPr>
              <a:t> materials include  a</a:t>
            </a:r>
            <a:r>
              <a:rPr lang="en-GB" sz="2100" dirty="0" err="1" smtClean="0">
                <a:solidFill>
                  <a:srgbClr val="372221"/>
                </a:solidFill>
              </a:rPr>
              <a:t>morphous</a:t>
            </a:r>
            <a:r>
              <a:rPr lang="tr-TR" sz="2100" dirty="0" smtClean="0">
                <a:solidFill>
                  <a:srgbClr val="372221"/>
                </a:solidFill>
              </a:rPr>
              <a:t> silicon, plastics, and glasses.</a:t>
            </a:r>
          </a:p>
          <a:p>
            <a:pPr algn="just" eaLnBrk="1" hangingPunct="1">
              <a:lnSpc>
                <a:spcPct val="90000"/>
              </a:lnSpc>
            </a:pPr>
            <a:r>
              <a:rPr lang="en-GB" sz="2100" dirty="0" smtClean="0">
                <a:solidFill>
                  <a:srgbClr val="372221"/>
                </a:solidFill>
              </a:rPr>
              <a:t>Amorphous</a:t>
            </a:r>
            <a:r>
              <a:rPr lang="tr-TR" sz="2100" dirty="0" smtClean="0">
                <a:solidFill>
                  <a:srgbClr val="372221"/>
                </a:solidFill>
              </a:rPr>
              <a:t> silicon can be used in solar cells and thin film transistors.</a:t>
            </a:r>
          </a:p>
          <a:p>
            <a:pPr algn="just" eaLnBrk="1" hangingPunct="1">
              <a:lnSpc>
                <a:spcPct val="90000"/>
              </a:lnSpc>
            </a:pPr>
            <a:endParaRPr lang="tr-TR" sz="2100" dirty="0" smtClean="0">
              <a:solidFill>
                <a:srgbClr val="372221"/>
              </a:solidFill>
            </a:endParaRPr>
          </a:p>
          <a:p>
            <a:pPr algn="just" eaLnBrk="1" hangingPunct="1">
              <a:lnSpc>
                <a:spcPct val="90000"/>
              </a:lnSpc>
            </a:pPr>
            <a:endParaRPr lang="en-GB" sz="2100" b="1" dirty="0" smtClean="0"/>
          </a:p>
          <a:p>
            <a:pPr eaLnBrk="1" hangingPunct="1">
              <a:lnSpc>
                <a:spcPct val="90000"/>
              </a:lnSpc>
            </a:pPr>
            <a:endParaRPr lang="en-GB" sz="2100" dirty="0" smtClean="0"/>
          </a:p>
        </p:txBody>
      </p:sp>
      <p:pic>
        <p:nvPicPr>
          <p:cNvPr id="150533" name="Picture 4" descr="crys_not_crys"/>
          <p:cNvPicPr>
            <a:picLocks noChangeAspect="1" noChangeArrowheads="1"/>
          </p:cNvPicPr>
          <p:nvPr/>
        </p:nvPicPr>
        <p:blipFill>
          <a:blip r:embed="rId2" cstate="print">
            <a:lum bright="6000"/>
            <a:extLst>
              <a:ext uri="{28A0092B-C50C-407E-A947-70E740481C1C}">
                <a14:useLocalDpi xmlns="" xmlns:a14="http://schemas.microsoft.com/office/drawing/2010/main" val="0"/>
              </a:ext>
            </a:extLst>
          </a:blip>
          <a:srcRect r="52837" b="40207"/>
          <a:stretch>
            <a:fillRect/>
          </a:stretch>
        </p:blipFill>
        <p:spPr bwMode="auto">
          <a:xfrm>
            <a:off x="6732588" y="4572000"/>
            <a:ext cx="2054225" cy="1401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0534" name="AutoShape 6"/>
          <p:cNvSpPr>
            <a:spLocks noChangeArrowheads="1"/>
          </p:cNvSpPr>
          <p:nvPr/>
        </p:nvSpPr>
        <p:spPr bwMode="auto">
          <a:xfrm>
            <a:off x="6426200" y="5211763"/>
            <a:ext cx="431800" cy="476250"/>
          </a:xfrm>
          <a:prstGeom prst="leftRightArrow">
            <a:avLst>
              <a:gd name="adj1" fmla="val 50000"/>
              <a:gd name="adj2" fmla="val 20000"/>
            </a:avLst>
          </a:prstGeom>
          <a:solidFill>
            <a:schemeClr val="accent1"/>
          </a:solidFill>
          <a:ln>
            <a:noFill/>
          </a:ln>
          <a:extLst>
            <a:ext uri="{91240B29-F687-4F45-9708-019B960494DF}">
              <a14:hiddenLine xmlns="" xmlns:a14="http://schemas.microsoft.com/office/drawing/2010/main" w="9525" algn="ctr">
                <a:solidFill>
                  <a:srgbClr val="000000"/>
                </a:solidFill>
                <a:miter lim="800000"/>
                <a:headEnd/>
                <a:tailEnd/>
              </a14:hiddenLine>
            </a:ext>
          </a:extLst>
        </p:spPr>
        <p:txBody>
          <a:bodyPr wrap="none" anchor="ctr"/>
          <a:lstStyle/>
          <a:p>
            <a:pPr marL="447675" indent="-447675">
              <a:lnSpc>
                <a:spcPct val="80000"/>
              </a:lnSpc>
              <a:spcBef>
                <a:spcPct val="20000"/>
              </a:spcBef>
              <a:buClr>
                <a:schemeClr val="accent1"/>
              </a:buClr>
              <a:buSzPct val="70000"/>
              <a:buFont typeface="Wingdings" pitchFamily="2" charset="2"/>
              <a:buNone/>
            </a:pPr>
            <a:endParaRPr lang="tr-TR"/>
          </a:p>
        </p:txBody>
      </p:sp>
      <p:pic>
        <p:nvPicPr>
          <p:cNvPr id="150535" name="Picture 10"/>
          <p:cNvPicPr>
            <a:picLocks noGrp="1" noChangeAspect="1" noChangeArrowheads="1"/>
          </p:cNvPicPr>
          <p:nvPr>
            <p:ph sz="half" idx="2"/>
          </p:nvPr>
        </p:nvPicPr>
        <p:blipFill>
          <a:blip r:embed="rId3" cstate="print">
            <a:extLst>
              <a:ext uri="{28A0092B-C50C-407E-A947-70E740481C1C}">
                <a14:useLocalDpi xmlns="" xmlns:a14="http://schemas.microsoft.com/office/drawing/2010/main" val="0"/>
              </a:ext>
            </a:extLst>
          </a:blip>
          <a:srcRect l="5659" r="6903" b="8865"/>
          <a:stretch>
            <a:fillRect/>
          </a:stretch>
        </p:blipFill>
        <p:spPr>
          <a:xfrm>
            <a:off x="142875" y="4583113"/>
            <a:ext cx="3059113" cy="1676400"/>
          </a:xfrm>
          <a:noFill/>
        </p:spPr>
      </p:pic>
      <p:sp>
        <p:nvSpPr>
          <p:cNvPr id="150536" name="AutoShape 13"/>
          <p:cNvSpPr>
            <a:spLocks noChangeArrowheads="1"/>
          </p:cNvSpPr>
          <p:nvPr/>
        </p:nvSpPr>
        <p:spPr bwMode="auto">
          <a:xfrm>
            <a:off x="3348038" y="5211763"/>
            <a:ext cx="431800" cy="476250"/>
          </a:xfrm>
          <a:prstGeom prst="leftRightArrow">
            <a:avLst>
              <a:gd name="adj1" fmla="val 50000"/>
              <a:gd name="adj2" fmla="val 20000"/>
            </a:avLst>
          </a:prstGeom>
          <a:solidFill>
            <a:schemeClr val="accent1"/>
          </a:solidFill>
          <a:ln>
            <a:noFill/>
          </a:ln>
          <a:extLst>
            <a:ext uri="{91240B29-F687-4F45-9708-019B960494DF}">
              <a14:hiddenLine xmlns="" xmlns:a14="http://schemas.microsoft.com/office/drawing/2010/main" w="9525" algn="ctr">
                <a:solidFill>
                  <a:srgbClr val="000000"/>
                </a:solidFill>
                <a:miter lim="800000"/>
                <a:headEnd/>
                <a:tailEnd/>
              </a14:hiddenLine>
            </a:ext>
          </a:extLst>
        </p:spPr>
        <p:txBody>
          <a:bodyPr wrap="none" anchor="ctr"/>
          <a:lstStyle/>
          <a:p>
            <a:pPr marL="447675" indent="-447675">
              <a:lnSpc>
                <a:spcPct val="80000"/>
              </a:lnSpc>
              <a:spcBef>
                <a:spcPct val="20000"/>
              </a:spcBef>
              <a:buClr>
                <a:schemeClr val="accent1"/>
              </a:buClr>
              <a:buSzPct val="70000"/>
              <a:buFont typeface="Wingdings" pitchFamily="2" charset="2"/>
              <a:buNone/>
            </a:pPr>
            <a:endParaRPr lang="tr-TR"/>
          </a:p>
        </p:txBody>
      </p:sp>
      <p:pic>
        <p:nvPicPr>
          <p:cNvPr id="150537" name="Picture 20" descr="kr1amorf"/>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848100" y="4648200"/>
            <a:ext cx="2524125" cy="1619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 name="Rectangle 10"/>
          <p:cNvSpPr/>
          <p:nvPr/>
        </p:nvSpPr>
        <p:spPr>
          <a:xfrm>
            <a:off x="586167" y="0"/>
            <a:ext cx="4685898" cy="646331"/>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GB"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Amorphous Solid</a:t>
            </a:r>
            <a:endParaRPr lang="en-U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38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438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4388">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4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3"/>
          <p:cNvSpPr>
            <a:spLocks noGrp="1" noChangeArrowheads="1"/>
          </p:cNvSpPr>
          <p:nvPr>
            <p:ph idx="1"/>
          </p:nvPr>
        </p:nvSpPr>
        <p:spPr>
          <a:xfrm>
            <a:off x="1219200" y="990600"/>
            <a:ext cx="7620000" cy="4800600"/>
          </a:xfrm>
        </p:spPr>
        <p:txBody>
          <a:bodyPr/>
          <a:lstStyle/>
          <a:p>
            <a:pPr algn="just" eaLnBrk="1" hangingPunct="1">
              <a:lnSpc>
                <a:spcPct val="120000"/>
              </a:lnSpc>
            </a:pPr>
            <a:r>
              <a:rPr lang="en-US" sz="2400" dirty="0" smtClean="0"/>
              <a:t>The physical properties of solids like hardness, electrical conductivity, and melting point, depend on kind of particles that make up the solid and the strength of attractive forces between them.</a:t>
            </a:r>
          </a:p>
          <a:p>
            <a:pPr eaLnBrk="1" hangingPunct="1">
              <a:spcBef>
                <a:spcPts val="1200"/>
              </a:spcBef>
              <a:spcAft>
                <a:spcPts val="1200"/>
              </a:spcAft>
            </a:pPr>
            <a:r>
              <a:rPr lang="en-US" sz="2800" dirty="0" smtClean="0"/>
              <a:t>4 types:</a:t>
            </a:r>
          </a:p>
          <a:p>
            <a:pPr lvl="1" eaLnBrk="1" hangingPunct="1">
              <a:spcBef>
                <a:spcPts val="1200"/>
              </a:spcBef>
              <a:spcAft>
                <a:spcPts val="1200"/>
              </a:spcAft>
            </a:pPr>
            <a:r>
              <a:rPr lang="en-US" sz="2400" dirty="0" smtClean="0"/>
              <a:t>Metallic solids</a:t>
            </a:r>
          </a:p>
          <a:p>
            <a:pPr lvl="1" eaLnBrk="1" hangingPunct="1">
              <a:spcBef>
                <a:spcPts val="1200"/>
              </a:spcBef>
              <a:spcAft>
                <a:spcPts val="1200"/>
              </a:spcAft>
            </a:pPr>
            <a:r>
              <a:rPr lang="en-US" sz="2400" dirty="0" smtClean="0"/>
              <a:t>Molecular solids</a:t>
            </a:r>
          </a:p>
          <a:p>
            <a:pPr lvl="1" eaLnBrk="1" hangingPunct="1">
              <a:spcBef>
                <a:spcPts val="1200"/>
              </a:spcBef>
              <a:spcAft>
                <a:spcPts val="1200"/>
              </a:spcAft>
            </a:pPr>
            <a:r>
              <a:rPr lang="en-US" sz="2400" dirty="0" smtClean="0"/>
              <a:t>Ionic solids</a:t>
            </a:r>
          </a:p>
          <a:p>
            <a:pPr lvl="1" eaLnBrk="1" hangingPunct="1">
              <a:spcBef>
                <a:spcPts val="1200"/>
              </a:spcBef>
              <a:spcAft>
                <a:spcPts val="1200"/>
              </a:spcAft>
            </a:pPr>
            <a:r>
              <a:rPr lang="en-US" sz="2400" dirty="0" smtClean="0"/>
              <a:t>Covalent network</a:t>
            </a:r>
          </a:p>
        </p:txBody>
      </p:sp>
      <p:sp>
        <p:nvSpPr>
          <p:cNvPr id="4" name="Slide Number Placeholder 3"/>
          <p:cNvSpPr>
            <a:spLocks noGrp="1"/>
          </p:cNvSpPr>
          <p:nvPr>
            <p:ph type="sldNum" sz="quarter" idx="12"/>
          </p:nvPr>
        </p:nvSpPr>
        <p:spPr/>
        <p:txBody>
          <a:bodyPr/>
          <a:lstStyle/>
          <a:p>
            <a:pPr>
              <a:defRPr/>
            </a:pPr>
            <a:fld id="{AEE72D7C-37B2-4B4F-B8CD-9782EB2DBC8B}" type="slidenum">
              <a:rPr lang="en-US" smtClean="0"/>
              <a:pPr>
                <a:defRPr/>
              </a:pPr>
              <a:t>62</a:t>
            </a:fld>
            <a:endParaRPr lang="en-US"/>
          </a:p>
        </p:txBody>
      </p:sp>
      <p:sp>
        <p:nvSpPr>
          <p:cNvPr id="2" name="Rectangle 1"/>
          <p:cNvSpPr/>
          <p:nvPr/>
        </p:nvSpPr>
        <p:spPr>
          <a:xfrm>
            <a:off x="2517591" y="152400"/>
            <a:ext cx="4108817" cy="646331"/>
          </a:xfrm>
          <a:prstGeom prst="rect">
            <a:avLst/>
          </a:prstGeom>
          <a:noFill/>
        </p:spPr>
        <p:txBody>
          <a:bodyPr wrap="non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3600" b="1" cap="none" spc="0"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Bonding in Solids</a:t>
            </a:r>
            <a:endParaRPr lang="en-US" sz="36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4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54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54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54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54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066800" y="228600"/>
            <a:ext cx="8229600" cy="1143000"/>
          </a:xfrm>
        </p:spPr>
        <p:txBody>
          <a:bodyPr/>
          <a:lstStyle/>
          <a:p>
            <a:pPr eaLnBrk="1" fontAlgn="auto" hangingPunct="1">
              <a:spcAft>
                <a:spcPts val="0"/>
              </a:spcAft>
              <a:defRPr/>
            </a:pPr>
            <a:r>
              <a:rPr lang="en-US" dirty="0" smtClean="0">
                <a:solidFill>
                  <a:schemeClr val="folHlink"/>
                </a:solidFill>
              </a:rPr>
              <a:t>Metallic Solids</a:t>
            </a:r>
          </a:p>
        </p:txBody>
      </p:sp>
      <p:sp>
        <p:nvSpPr>
          <p:cNvPr id="153603" name="Rectangle 3"/>
          <p:cNvSpPr>
            <a:spLocks noGrp="1" noChangeArrowheads="1"/>
          </p:cNvSpPr>
          <p:nvPr>
            <p:ph type="body" sz="half" idx="1"/>
          </p:nvPr>
        </p:nvSpPr>
        <p:spPr>
          <a:xfrm>
            <a:off x="990600" y="1600200"/>
            <a:ext cx="4648200" cy="4525963"/>
          </a:xfrm>
        </p:spPr>
        <p:txBody>
          <a:bodyPr/>
          <a:lstStyle/>
          <a:p>
            <a:pPr eaLnBrk="1" hangingPunct="1"/>
            <a:r>
              <a:rPr lang="en-US" sz="2800" smtClean="0">
                <a:solidFill>
                  <a:schemeClr val="folHlink"/>
                </a:solidFill>
              </a:rPr>
              <a:t>Particles:	</a:t>
            </a:r>
            <a:r>
              <a:rPr lang="en-US" sz="2800" smtClean="0">
                <a:solidFill>
                  <a:srgbClr val="3399FF"/>
                </a:solidFill>
              </a:rPr>
              <a:t>atoms</a:t>
            </a:r>
          </a:p>
          <a:p>
            <a:pPr eaLnBrk="1" hangingPunct="1"/>
            <a:r>
              <a:rPr lang="en-US" sz="2800" smtClean="0">
                <a:solidFill>
                  <a:schemeClr val="folHlink"/>
                </a:solidFill>
              </a:rPr>
              <a:t>Forces:	</a:t>
            </a:r>
            <a:r>
              <a:rPr lang="en-US" sz="2800" smtClean="0">
                <a:solidFill>
                  <a:srgbClr val="3399FF"/>
                </a:solidFill>
              </a:rPr>
              <a:t>metallic bond</a:t>
            </a:r>
          </a:p>
          <a:p>
            <a:pPr eaLnBrk="1" hangingPunct="1"/>
            <a:r>
              <a:rPr lang="en-US" sz="2800" smtClean="0">
                <a:solidFill>
                  <a:schemeClr val="folHlink"/>
                </a:solidFill>
              </a:rPr>
              <a:t>Examples:</a:t>
            </a:r>
            <a:r>
              <a:rPr lang="en-US" sz="2800" smtClean="0"/>
              <a:t>	</a:t>
            </a:r>
            <a:r>
              <a:rPr lang="en-US" sz="2800" smtClean="0">
                <a:solidFill>
                  <a:srgbClr val="3399FF"/>
                </a:solidFill>
              </a:rPr>
              <a:t>metallic elements</a:t>
            </a:r>
          </a:p>
        </p:txBody>
      </p:sp>
      <p:pic>
        <p:nvPicPr>
          <p:cNvPr id="153604" name="Picture 6" descr="copper">
            <a:hlinkClick r:id="rId2"/>
          </p:cNvPr>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524000" y="3962400"/>
            <a:ext cx="3481388" cy="1905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53605" name="Picture 7" descr="wire-aluminum">
            <a:hlinkClick r:id="rId4"/>
          </p:cNvPr>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5222875" y="3962400"/>
            <a:ext cx="3371850" cy="1981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pPr>
              <a:defRPr/>
            </a:pPr>
            <a:fld id="{99BD194E-2B5C-4BDB-905D-FF983175146E}" type="slidenum">
              <a:rPr lang="en-US" smtClean="0"/>
              <a:pPr>
                <a:defRPr/>
              </a:pPr>
              <a:t>63</a:t>
            </a:fld>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p>
            <a:pPr>
              <a:defRPr/>
            </a:pPr>
            <a:fld id="{3ABF7438-942C-4702-84E1-6CD365657446}" type="slidenum">
              <a:rPr lang="en-US" smtClean="0"/>
              <a:pPr>
                <a:defRPr/>
              </a:pPr>
              <a:t>64</a:t>
            </a:fld>
            <a:endParaRPr lang="en-US"/>
          </a:p>
        </p:txBody>
      </p:sp>
      <p:sp>
        <p:nvSpPr>
          <p:cNvPr id="157699" name="Rectangle 3"/>
          <p:cNvSpPr>
            <a:spLocks noGrp="1" noChangeArrowheads="1"/>
          </p:cNvSpPr>
          <p:nvPr>
            <p:ph type="body" sz="half" idx="4294967295"/>
          </p:nvPr>
        </p:nvSpPr>
        <p:spPr>
          <a:xfrm>
            <a:off x="0" y="1395413"/>
            <a:ext cx="4876800" cy="4525962"/>
          </a:xfrm>
        </p:spPr>
        <p:txBody>
          <a:bodyPr/>
          <a:lstStyle/>
          <a:p>
            <a:pPr eaLnBrk="1" hangingPunct="1"/>
            <a:r>
              <a:rPr lang="en-US" sz="2400" dirty="0" smtClean="0">
                <a:solidFill>
                  <a:srgbClr val="FF9900"/>
                </a:solidFill>
              </a:rPr>
              <a:t>Particles: </a:t>
            </a:r>
          </a:p>
          <a:p>
            <a:pPr marL="0" indent="0" eaLnBrk="1" hangingPunct="1">
              <a:buNone/>
            </a:pPr>
            <a:r>
              <a:rPr lang="en-US" sz="2400" dirty="0" smtClean="0">
                <a:solidFill>
                  <a:srgbClr val="3399FF"/>
                </a:solidFill>
              </a:rPr>
              <a:t>  </a:t>
            </a:r>
            <a:r>
              <a:rPr lang="en-US" sz="2400" dirty="0" err="1" smtClean="0">
                <a:solidFill>
                  <a:srgbClr val="3399FF"/>
                </a:solidFill>
              </a:rPr>
              <a:t>cations</a:t>
            </a:r>
            <a:r>
              <a:rPr lang="en-US" sz="2400" dirty="0" smtClean="0">
                <a:solidFill>
                  <a:srgbClr val="3399FF"/>
                </a:solidFill>
              </a:rPr>
              <a:t> &amp; anions</a:t>
            </a:r>
          </a:p>
          <a:p>
            <a:pPr eaLnBrk="1" hangingPunct="1">
              <a:buFontTx/>
              <a:buNone/>
            </a:pPr>
            <a:endParaRPr lang="en-US" sz="2400" dirty="0" smtClean="0">
              <a:solidFill>
                <a:srgbClr val="3399FF"/>
              </a:solidFill>
            </a:endParaRPr>
          </a:p>
          <a:p>
            <a:pPr eaLnBrk="1" hangingPunct="1"/>
            <a:r>
              <a:rPr lang="en-US" sz="2400" dirty="0" smtClean="0">
                <a:solidFill>
                  <a:srgbClr val="FF9900"/>
                </a:solidFill>
              </a:rPr>
              <a:t>Forces:</a:t>
            </a:r>
            <a:r>
              <a:rPr lang="en-US" sz="2400" dirty="0" smtClean="0"/>
              <a:t> </a:t>
            </a:r>
          </a:p>
          <a:p>
            <a:pPr marL="0" indent="0" eaLnBrk="1" hangingPunct="1">
              <a:buNone/>
            </a:pPr>
            <a:r>
              <a:rPr lang="en-US" sz="2400" dirty="0" smtClean="0">
                <a:solidFill>
                  <a:srgbClr val="3399FF"/>
                </a:solidFill>
              </a:rPr>
              <a:t>  electrostatic attractions</a:t>
            </a:r>
          </a:p>
          <a:p>
            <a:pPr marL="0" indent="0" eaLnBrk="1" hangingPunct="1">
              <a:buNone/>
            </a:pPr>
            <a:endParaRPr lang="en-US" sz="2400" dirty="0" smtClean="0">
              <a:solidFill>
                <a:srgbClr val="3399FF"/>
              </a:solidFill>
            </a:endParaRPr>
          </a:p>
          <a:p>
            <a:pPr eaLnBrk="1" hangingPunct="1"/>
            <a:r>
              <a:rPr lang="en-US" sz="2400" dirty="0" smtClean="0">
                <a:solidFill>
                  <a:srgbClr val="FF9900"/>
                </a:solidFill>
              </a:rPr>
              <a:t>Examples:</a:t>
            </a:r>
          </a:p>
          <a:p>
            <a:pPr marL="0" indent="0" eaLnBrk="1" hangingPunct="1">
              <a:buNone/>
            </a:pPr>
            <a:r>
              <a:rPr lang="en-US" sz="2400" dirty="0" smtClean="0"/>
              <a:t> </a:t>
            </a:r>
            <a:r>
              <a:rPr lang="en-US" sz="2400" dirty="0" smtClean="0">
                <a:solidFill>
                  <a:srgbClr val="3399FF"/>
                </a:solidFill>
              </a:rPr>
              <a:t> </a:t>
            </a:r>
            <a:r>
              <a:rPr lang="en-US" sz="2400" dirty="0" err="1" smtClean="0">
                <a:solidFill>
                  <a:srgbClr val="3399FF"/>
                </a:solidFill>
              </a:rPr>
              <a:t>NaCl</a:t>
            </a:r>
            <a:r>
              <a:rPr lang="en-US" sz="2400" dirty="0" smtClean="0">
                <a:solidFill>
                  <a:srgbClr val="3399FF"/>
                </a:solidFill>
              </a:rPr>
              <a:t>, </a:t>
            </a:r>
            <a:r>
              <a:rPr lang="en-US" sz="2400" dirty="0" err="1" smtClean="0">
                <a:solidFill>
                  <a:srgbClr val="3399FF"/>
                </a:solidFill>
              </a:rPr>
              <a:t>KBr</a:t>
            </a:r>
            <a:r>
              <a:rPr lang="en-US" sz="2400" dirty="0" smtClean="0">
                <a:solidFill>
                  <a:srgbClr val="3399FF"/>
                </a:solidFill>
              </a:rPr>
              <a:t>, MgSO</a:t>
            </a:r>
            <a:r>
              <a:rPr lang="en-US" sz="2400" baseline="-25000" dirty="0" smtClean="0">
                <a:solidFill>
                  <a:srgbClr val="3399FF"/>
                </a:solidFill>
              </a:rPr>
              <a:t>4</a:t>
            </a:r>
          </a:p>
        </p:txBody>
      </p:sp>
      <p:pic>
        <p:nvPicPr>
          <p:cNvPr id="157700" name="Picture 8"/>
          <p:cNvPicPr>
            <a:picLocks noChangeAspect="1" noChangeArrowheads="1"/>
          </p:cNvPicPr>
          <p:nvPr/>
        </p:nvPicPr>
        <p:blipFill>
          <a:blip r:embed="rId2" cstate="print">
            <a:extLst>
              <a:ext uri="{28A0092B-C50C-407E-A947-70E740481C1C}">
                <a14:useLocalDpi xmlns="" xmlns:a14="http://schemas.microsoft.com/office/drawing/2010/main" val="0"/>
              </a:ext>
            </a:extLst>
          </a:blip>
          <a:srcRect t="17479" b="17479"/>
          <a:stretch>
            <a:fillRect/>
          </a:stretch>
        </p:blipFill>
        <p:spPr bwMode="auto">
          <a:xfrm>
            <a:off x="4419600" y="1663700"/>
            <a:ext cx="4162425" cy="2030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57703" name="Picture 1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410200" y="4114800"/>
            <a:ext cx="2819400" cy="1654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a:tailEnd/>
              </a14:hiddenLine>
            </a:ext>
          </a:extLst>
        </p:spPr>
      </p:pic>
      <p:sp>
        <p:nvSpPr>
          <p:cNvPr id="2" name="Rectangle 1"/>
          <p:cNvSpPr/>
          <p:nvPr/>
        </p:nvSpPr>
        <p:spPr>
          <a:xfrm>
            <a:off x="2136404" y="381000"/>
            <a:ext cx="2997937" cy="692497"/>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US" sz="3900" b="1" cap="none" spc="0" dirty="0" smtClean="0">
                <a:ln/>
                <a:solidFill>
                  <a:schemeClr val="accent3"/>
                </a:solidFill>
                <a:effectLst/>
              </a:rPr>
              <a:t>Ionic Solids</a:t>
            </a:r>
            <a:endParaRPr lang="en-US" sz="3900" b="1" cap="none" spc="0" dirty="0">
              <a:ln/>
              <a:solidFill>
                <a:schemeClr val="accent3"/>
              </a:solidFill>
              <a:effectLst/>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143000" y="274638"/>
            <a:ext cx="8229600" cy="1143000"/>
          </a:xfrm>
        </p:spPr>
        <p:txBody>
          <a:bodyPr/>
          <a:lstStyle/>
          <a:p>
            <a:pPr eaLnBrk="1" fontAlgn="auto" hangingPunct="1">
              <a:spcAft>
                <a:spcPts val="0"/>
              </a:spcAft>
              <a:defRPr/>
            </a:pPr>
            <a:r>
              <a:rPr lang="en-US" dirty="0" smtClean="0">
                <a:solidFill>
                  <a:schemeClr val="folHlink"/>
                </a:solidFill>
              </a:rPr>
              <a:t>Covalent-network solids</a:t>
            </a:r>
          </a:p>
        </p:txBody>
      </p:sp>
      <p:sp>
        <p:nvSpPr>
          <p:cNvPr id="163843" name="Rectangle 3"/>
          <p:cNvSpPr>
            <a:spLocks noGrp="1" noChangeArrowheads="1"/>
          </p:cNvSpPr>
          <p:nvPr>
            <p:ph type="body" sz="half" idx="1"/>
          </p:nvPr>
        </p:nvSpPr>
        <p:spPr>
          <a:xfrm>
            <a:off x="1143000" y="1600200"/>
            <a:ext cx="7391400" cy="4525963"/>
          </a:xfrm>
        </p:spPr>
        <p:txBody>
          <a:bodyPr/>
          <a:lstStyle/>
          <a:p>
            <a:pPr eaLnBrk="1" hangingPunct="1"/>
            <a:r>
              <a:rPr lang="en-US" sz="2400" smtClean="0">
                <a:solidFill>
                  <a:srgbClr val="FF9900"/>
                </a:solidFill>
              </a:rPr>
              <a:t>Particles:</a:t>
            </a:r>
            <a:r>
              <a:rPr lang="en-US" sz="2400" smtClean="0"/>
              <a:t>	</a:t>
            </a:r>
            <a:r>
              <a:rPr lang="en-US" sz="2400" smtClean="0">
                <a:solidFill>
                  <a:srgbClr val="3399FF"/>
                </a:solidFill>
              </a:rPr>
              <a:t>atoms</a:t>
            </a:r>
          </a:p>
          <a:p>
            <a:pPr eaLnBrk="1" hangingPunct="1"/>
            <a:r>
              <a:rPr lang="en-US" sz="2400" smtClean="0">
                <a:solidFill>
                  <a:srgbClr val="FF9900"/>
                </a:solidFill>
              </a:rPr>
              <a:t>Forces:</a:t>
            </a:r>
            <a:r>
              <a:rPr lang="en-US" sz="2400" smtClean="0"/>
              <a:t> 	</a:t>
            </a:r>
            <a:r>
              <a:rPr lang="en-US" sz="2400" smtClean="0">
                <a:solidFill>
                  <a:srgbClr val="3399FF"/>
                </a:solidFill>
              </a:rPr>
              <a:t>covalent bonds</a:t>
            </a:r>
          </a:p>
          <a:p>
            <a:pPr eaLnBrk="1" hangingPunct="1"/>
            <a:r>
              <a:rPr lang="en-US" sz="2400" smtClean="0">
                <a:solidFill>
                  <a:srgbClr val="FF9900"/>
                </a:solidFill>
              </a:rPr>
              <a:t>Examples:</a:t>
            </a:r>
            <a:r>
              <a:rPr lang="en-US" sz="2400" smtClean="0"/>
              <a:t>	</a:t>
            </a:r>
            <a:r>
              <a:rPr lang="en-US" sz="2400" smtClean="0">
                <a:solidFill>
                  <a:srgbClr val="3399FF"/>
                </a:solidFill>
              </a:rPr>
              <a:t>diamond, graphite, silicon, quartz (SiO</a:t>
            </a:r>
            <a:r>
              <a:rPr lang="en-US" sz="2400" baseline="-25000" smtClean="0">
                <a:solidFill>
                  <a:srgbClr val="3399FF"/>
                </a:solidFill>
              </a:rPr>
              <a:t>2</a:t>
            </a:r>
            <a:r>
              <a:rPr lang="en-US" sz="2400" smtClean="0">
                <a:solidFill>
                  <a:srgbClr val="3399FF"/>
                </a:solidFill>
              </a:rPr>
              <a:t>)</a:t>
            </a:r>
          </a:p>
        </p:txBody>
      </p:sp>
      <p:pic>
        <p:nvPicPr>
          <p:cNvPr id="163844" name="Picture 8" descr="rose_qua">
            <a:hlinkClick r:id="rId2"/>
          </p:cNvPr>
          <p:cNvPicPr>
            <a:picLocks noGrp="1" noChangeAspect="1" noChangeArrowheads="1"/>
          </p:cNvPicPr>
          <p:nvPr>
            <p:ph sz="quarter" idx="2"/>
          </p:nvPr>
        </p:nvPicPr>
        <p:blipFill>
          <a:blip r:embed="rId3" cstate="print">
            <a:extLst>
              <a:ext uri="{28A0092B-C50C-407E-A947-70E740481C1C}">
                <a14:useLocalDpi xmlns="" xmlns:a14="http://schemas.microsoft.com/office/drawing/2010/main" val="0"/>
              </a:ext>
            </a:extLst>
          </a:blip>
          <a:srcRect/>
          <a:stretch>
            <a:fillRect/>
          </a:stretch>
        </p:blipFill>
        <p:spPr>
          <a:xfrm>
            <a:off x="4800600" y="3733800"/>
            <a:ext cx="2438400" cy="1839913"/>
          </a:xfrm>
        </p:spPr>
      </p:pic>
      <p:pic>
        <p:nvPicPr>
          <p:cNvPr id="163845" name="Picture 6" descr="giant6caratdiamond">
            <a:hlinkClick r:id="rId4"/>
          </p:cNvPr>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1676400" y="3733800"/>
            <a:ext cx="2895600" cy="1841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pPr>
              <a:defRPr/>
            </a:pPr>
            <a:fld id="{72762831-9BDE-4A5E-9021-3CB83997B1CC}" type="slidenum">
              <a:rPr lang="en-US" smtClean="0"/>
              <a:pPr>
                <a:defRPr/>
              </a:pPr>
              <a:t>65</a:t>
            </a:fld>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990600" y="274638"/>
            <a:ext cx="8229600" cy="1143000"/>
          </a:xfrm>
        </p:spPr>
        <p:txBody>
          <a:bodyPr/>
          <a:lstStyle/>
          <a:p>
            <a:pPr eaLnBrk="1" fontAlgn="auto" hangingPunct="1">
              <a:spcAft>
                <a:spcPts val="0"/>
              </a:spcAft>
              <a:defRPr/>
            </a:pPr>
            <a:r>
              <a:rPr lang="en-US" dirty="0" smtClean="0">
                <a:solidFill>
                  <a:schemeClr val="folHlink"/>
                </a:solidFill>
              </a:rPr>
              <a:t>Molecular Solids</a:t>
            </a:r>
          </a:p>
        </p:txBody>
      </p:sp>
      <p:sp>
        <p:nvSpPr>
          <p:cNvPr id="168963" name="Rectangle 3"/>
          <p:cNvSpPr>
            <a:spLocks noGrp="1" noChangeArrowheads="1"/>
          </p:cNvSpPr>
          <p:nvPr>
            <p:ph type="body" sz="half" idx="1"/>
          </p:nvPr>
        </p:nvSpPr>
        <p:spPr>
          <a:xfrm>
            <a:off x="990600" y="1600200"/>
            <a:ext cx="7162800" cy="4525963"/>
          </a:xfrm>
        </p:spPr>
        <p:txBody>
          <a:bodyPr/>
          <a:lstStyle/>
          <a:p>
            <a:pPr eaLnBrk="1" hangingPunct="1">
              <a:lnSpc>
                <a:spcPct val="80000"/>
              </a:lnSpc>
            </a:pPr>
            <a:r>
              <a:rPr lang="en-US" sz="2400" smtClean="0">
                <a:solidFill>
                  <a:srgbClr val="FF9900"/>
                </a:solidFill>
              </a:rPr>
              <a:t>Particles:</a:t>
            </a:r>
            <a:r>
              <a:rPr lang="en-US" sz="2400" smtClean="0"/>
              <a:t> 	</a:t>
            </a:r>
            <a:r>
              <a:rPr lang="en-US" sz="2400" smtClean="0">
                <a:solidFill>
                  <a:srgbClr val="3399FF"/>
                </a:solidFill>
              </a:rPr>
              <a:t>atoms or molecules</a:t>
            </a:r>
          </a:p>
          <a:p>
            <a:pPr eaLnBrk="1" hangingPunct="1">
              <a:lnSpc>
                <a:spcPct val="80000"/>
              </a:lnSpc>
              <a:buFontTx/>
              <a:buNone/>
            </a:pPr>
            <a:endParaRPr lang="en-US" sz="2400" smtClean="0"/>
          </a:p>
          <a:p>
            <a:pPr eaLnBrk="1" hangingPunct="1">
              <a:lnSpc>
                <a:spcPct val="80000"/>
              </a:lnSpc>
            </a:pPr>
            <a:r>
              <a:rPr lang="en-US" sz="2400" smtClean="0">
                <a:solidFill>
                  <a:srgbClr val="FF9900"/>
                </a:solidFill>
              </a:rPr>
              <a:t>Forces:</a:t>
            </a:r>
            <a:r>
              <a:rPr lang="en-US" sz="2400" smtClean="0"/>
              <a:t>	</a:t>
            </a:r>
            <a:r>
              <a:rPr lang="en-US" sz="2400" smtClean="0">
                <a:solidFill>
                  <a:srgbClr val="3399FF"/>
                </a:solidFill>
              </a:rPr>
              <a:t>Intermolecular forces</a:t>
            </a:r>
          </a:p>
          <a:p>
            <a:pPr eaLnBrk="1" hangingPunct="1">
              <a:lnSpc>
                <a:spcPct val="80000"/>
              </a:lnSpc>
              <a:buFont typeface="Wingdings 2" pitchFamily="18" charset="2"/>
              <a:buNone/>
            </a:pPr>
            <a:r>
              <a:rPr lang="en-US" sz="2400" smtClean="0">
                <a:solidFill>
                  <a:srgbClr val="3399FF"/>
                </a:solidFill>
              </a:rPr>
              <a:t>			dipole-dipole, 	</a:t>
            </a:r>
          </a:p>
          <a:p>
            <a:pPr eaLnBrk="1" hangingPunct="1">
              <a:lnSpc>
                <a:spcPct val="80000"/>
              </a:lnSpc>
              <a:buFont typeface="Wingdings 2" pitchFamily="18" charset="2"/>
              <a:buNone/>
            </a:pPr>
            <a:r>
              <a:rPr lang="en-US" sz="2400" smtClean="0">
                <a:solidFill>
                  <a:srgbClr val="3399FF"/>
                </a:solidFill>
              </a:rPr>
              <a:t>			Ion-dipole forces</a:t>
            </a:r>
          </a:p>
          <a:p>
            <a:pPr eaLnBrk="1" hangingPunct="1">
              <a:lnSpc>
                <a:spcPct val="80000"/>
              </a:lnSpc>
              <a:buFontTx/>
              <a:buNone/>
            </a:pPr>
            <a:r>
              <a:rPr lang="en-US" sz="2400" smtClean="0">
                <a:solidFill>
                  <a:srgbClr val="3399FF"/>
                </a:solidFill>
              </a:rPr>
              <a:t>			dispersion forces, </a:t>
            </a:r>
          </a:p>
          <a:p>
            <a:pPr eaLnBrk="1" hangingPunct="1">
              <a:lnSpc>
                <a:spcPct val="80000"/>
              </a:lnSpc>
              <a:buFontTx/>
              <a:buNone/>
            </a:pPr>
            <a:r>
              <a:rPr lang="en-US" sz="2400" smtClean="0">
                <a:solidFill>
                  <a:srgbClr val="3399FF"/>
                </a:solidFill>
              </a:rPr>
              <a:t>			hydrogen bonds</a:t>
            </a:r>
          </a:p>
          <a:p>
            <a:pPr eaLnBrk="1" hangingPunct="1">
              <a:lnSpc>
                <a:spcPct val="80000"/>
              </a:lnSpc>
              <a:buFontTx/>
              <a:buNone/>
            </a:pPr>
            <a:r>
              <a:rPr lang="en-US" sz="2400" smtClean="0">
                <a:solidFill>
                  <a:srgbClr val="3399FF"/>
                </a:solidFill>
              </a:rPr>
              <a:t>			van der Waals forces</a:t>
            </a:r>
          </a:p>
          <a:p>
            <a:pPr eaLnBrk="1" hangingPunct="1">
              <a:lnSpc>
                <a:spcPct val="80000"/>
              </a:lnSpc>
              <a:buFontTx/>
              <a:buNone/>
            </a:pPr>
            <a:endParaRPr lang="en-US" sz="2400" smtClean="0">
              <a:solidFill>
                <a:srgbClr val="3399FF"/>
              </a:solidFill>
            </a:endParaRPr>
          </a:p>
          <a:p>
            <a:pPr eaLnBrk="1" hangingPunct="1">
              <a:lnSpc>
                <a:spcPct val="80000"/>
              </a:lnSpc>
            </a:pPr>
            <a:r>
              <a:rPr lang="en-US" sz="2400" smtClean="0">
                <a:solidFill>
                  <a:srgbClr val="FF9900"/>
                </a:solidFill>
              </a:rPr>
              <a:t>Examples:</a:t>
            </a:r>
            <a:r>
              <a:rPr lang="en-US" sz="2400" smtClean="0"/>
              <a:t> 	</a:t>
            </a:r>
            <a:r>
              <a:rPr lang="en-US" sz="2400" smtClean="0">
                <a:solidFill>
                  <a:srgbClr val="3399FF"/>
                </a:solidFill>
              </a:rPr>
              <a:t>organic compounds like</a:t>
            </a:r>
          </a:p>
          <a:p>
            <a:pPr eaLnBrk="1" hangingPunct="1">
              <a:lnSpc>
                <a:spcPct val="80000"/>
              </a:lnSpc>
              <a:spcAft>
                <a:spcPct val="30000"/>
              </a:spcAft>
              <a:buFontTx/>
              <a:buNone/>
            </a:pPr>
            <a:r>
              <a:rPr lang="en-US" sz="2400" smtClean="0">
                <a:solidFill>
                  <a:srgbClr val="3399FF"/>
                </a:solidFill>
              </a:rPr>
              <a:t>			CH</a:t>
            </a:r>
            <a:r>
              <a:rPr lang="en-US" sz="2400" baseline="-25000" smtClean="0">
                <a:solidFill>
                  <a:srgbClr val="3399FF"/>
                </a:solidFill>
              </a:rPr>
              <a:t>4</a:t>
            </a:r>
            <a:r>
              <a:rPr lang="en-US" sz="2400" smtClean="0">
                <a:solidFill>
                  <a:srgbClr val="3399FF"/>
                </a:solidFill>
              </a:rPr>
              <a:t>, sugar 	(C</a:t>
            </a:r>
            <a:r>
              <a:rPr lang="en-US" sz="2400" baseline="-25000" smtClean="0">
                <a:solidFill>
                  <a:srgbClr val="3399FF"/>
                </a:solidFill>
              </a:rPr>
              <a:t>12</a:t>
            </a:r>
            <a:r>
              <a:rPr lang="en-US" sz="2400" smtClean="0">
                <a:solidFill>
                  <a:srgbClr val="3399FF"/>
                </a:solidFill>
              </a:rPr>
              <a:t>H</a:t>
            </a:r>
            <a:r>
              <a:rPr lang="en-US" sz="2400" baseline="-25000" smtClean="0">
                <a:solidFill>
                  <a:srgbClr val="3399FF"/>
                </a:solidFill>
              </a:rPr>
              <a:t>22</a:t>
            </a:r>
            <a:r>
              <a:rPr lang="en-US" sz="2400" smtClean="0">
                <a:solidFill>
                  <a:srgbClr val="3399FF"/>
                </a:solidFill>
              </a:rPr>
              <a:t>O</a:t>
            </a:r>
            <a:r>
              <a:rPr lang="en-US" sz="2400" baseline="-25000" smtClean="0">
                <a:solidFill>
                  <a:srgbClr val="3399FF"/>
                </a:solidFill>
              </a:rPr>
              <a:t>11</a:t>
            </a:r>
            <a:r>
              <a:rPr lang="en-US" sz="2400" smtClean="0">
                <a:solidFill>
                  <a:srgbClr val="3399FF"/>
                </a:solidFill>
              </a:rPr>
              <a:t>), 	and</a:t>
            </a:r>
          </a:p>
          <a:p>
            <a:pPr eaLnBrk="1" hangingPunct="1">
              <a:lnSpc>
                <a:spcPct val="80000"/>
              </a:lnSpc>
              <a:buFontTx/>
              <a:buNone/>
            </a:pPr>
            <a:r>
              <a:rPr lang="en-US" sz="2400" smtClean="0">
                <a:solidFill>
                  <a:srgbClr val="3399FF"/>
                </a:solidFill>
              </a:rPr>
              <a:t>			some inorganic compounds like </a:t>
            </a:r>
          </a:p>
          <a:p>
            <a:pPr eaLnBrk="1" hangingPunct="1">
              <a:spcBef>
                <a:spcPct val="30000"/>
              </a:spcBef>
              <a:spcAft>
                <a:spcPct val="50000"/>
              </a:spcAft>
              <a:buFontTx/>
              <a:buNone/>
            </a:pPr>
            <a:r>
              <a:rPr lang="en-US" sz="2400" smtClean="0">
                <a:solidFill>
                  <a:srgbClr val="3399FF"/>
                </a:solidFill>
              </a:rPr>
              <a:t>			CO</a:t>
            </a:r>
            <a:r>
              <a:rPr lang="en-US" sz="2400" baseline="-25000" smtClean="0">
                <a:solidFill>
                  <a:srgbClr val="3399FF"/>
                </a:solidFill>
              </a:rPr>
              <a:t>2</a:t>
            </a:r>
            <a:r>
              <a:rPr lang="en-US" sz="2400" smtClean="0">
                <a:solidFill>
                  <a:srgbClr val="3399FF"/>
                </a:solidFill>
              </a:rPr>
              <a:t>, 	H</a:t>
            </a:r>
            <a:r>
              <a:rPr lang="en-US" sz="2400" baseline="-25000" smtClean="0">
                <a:solidFill>
                  <a:srgbClr val="3399FF"/>
                </a:solidFill>
              </a:rPr>
              <a:t>2</a:t>
            </a:r>
            <a:r>
              <a:rPr lang="en-US" sz="2400" smtClean="0">
                <a:solidFill>
                  <a:srgbClr val="3399FF"/>
                </a:solidFill>
              </a:rPr>
              <a:t>O, SO</a:t>
            </a:r>
            <a:r>
              <a:rPr lang="en-US" sz="2400" baseline="-25000" smtClean="0">
                <a:solidFill>
                  <a:srgbClr val="3399FF"/>
                </a:solidFill>
              </a:rPr>
              <a:t>3</a:t>
            </a:r>
          </a:p>
        </p:txBody>
      </p:sp>
      <p:pic>
        <p:nvPicPr>
          <p:cNvPr id="168964" name="Picture 6" descr="s_cube_w">
            <a:hlinkClick r:id="rId2"/>
          </p:cNvPr>
          <p:cNvPicPr>
            <a:picLocks noGrp="1" noChangeAspect="1" noChangeArrowheads="1"/>
          </p:cNvPicPr>
          <p:nvPr>
            <p:ph sz="half" idx="2"/>
          </p:nvPr>
        </p:nvPicPr>
        <p:blipFill>
          <a:blip r:embed="rId3" cstate="print">
            <a:extLst>
              <a:ext uri="{28A0092B-C50C-407E-A947-70E740481C1C}">
                <a14:useLocalDpi xmlns="" xmlns:a14="http://schemas.microsoft.com/office/drawing/2010/main" val="0"/>
              </a:ext>
            </a:extLst>
          </a:blip>
          <a:srcRect/>
          <a:stretch>
            <a:fillRect/>
          </a:stretch>
        </p:blipFill>
        <p:spPr>
          <a:xfrm>
            <a:off x="6477000" y="1295400"/>
            <a:ext cx="2195513" cy="2568575"/>
          </a:xfrm>
        </p:spPr>
      </p:pic>
      <p:sp>
        <p:nvSpPr>
          <p:cNvPr id="5" name="Slide Number Placeholder 4"/>
          <p:cNvSpPr>
            <a:spLocks noGrp="1"/>
          </p:cNvSpPr>
          <p:nvPr>
            <p:ph type="sldNum" sz="quarter" idx="12"/>
          </p:nvPr>
        </p:nvSpPr>
        <p:spPr/>
        <p:txBody>
          <a:bodyPr/>
          <a:lstStyle/>
          <a:p>
            <a:pPr>
              <a:defRPr/>
            </a:pPr>
            <a:fld id="{F3AE0E30-E3C6-4F14-9F13-7DBA25D50E69}" type="slidenum">
              <a:rPr lang="en-US" smtClean="0"/>
              <a:pPr>
                <a:defRPr/>
              </a:pPr>
              <a:t>66</a:t>
            </a:fld>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D84A062A-C880-405B-B7F4-49F44597108C}" type="slidenum">
              <a:rPr lang="en-US" smtClean="0"/>
              <a:pPr>
                <a:defRPr/>
              </a:pPr>
              <a:t>67</a:t>
            </a:fld>
            <a:endParaRPr lang="en-US"/>
          </a:p>
        </p:txBody>
      </p:sp>
      <p:pic>
        <p:nvPicPr>
          <p:cNvPr id="3" name="Picture 15" descr="0002"/>
          <p:cNvPicPr>
            <a:picLocks noChangeAspect="1" noChangeArrowheads="1"/>
          </p:cNvPicPr>
          <p:nvPr/>
        </p:nvPicPr>
        <p:blipFill>
          <a:blip r:embed="rId2" cstate="print"/>
          <a:srcRect/>
          <a:stretch>
            <a:fillRect/>
          </a:stretch>
        </p:blipFill>
        <p:spPr bwMode="auto">
          <a:xfrm>
            <a:off x="1371600" y="3886200"/>
            <a:ext cx="6324600" cy="2452688"/>
          </a:xfrm>
          <a:prstGeom prst="rect">
            <a:avLst/>
          </a:prstGeom>
          <a:noFill/>
        </p:spPr>
      </p:pic>
      <p:sp>
        <p:nvSpPr>
          <p:cNvPr id="4" name="Text Box 4"/>
          <p:cNvSpPr txBox="1">
            <a:spLocks noChangeArrowheads="1"/>
          </p:cNvSpPr>
          <p:nvPr/>
        </p:nvSpPr>
        <p:spPr bwMode="auto">
          <a:xfrm>
            <a:off x="609600" y="1295400"/>
            <a:ext cx="7848600" cy="2308324"/>
          </a:xfrm>
          <a:prstGeom prst="rect">
            <a:avLst/>
          </a:prstGeom>
          <a:noFill/>
          <a:ln w="9525">
            <a:noFill/>
            <a:miter lim="800000"/>
            <a:headEnd/>
            <a:tailEnd/>
          </a:ln>
          <a:effectLst/>
        </p:spPr>
        <p:txBody>
          <a:bodyPr wrap="square">
            <a:spAutoFit/>
          </a:bodyPr>
          <a:lstStyle/>
          <a:p>
            <a:pPr algn="just">
              <a:lnSpc>
                <a:spcPct val="150000"/>
              </a:lnSpc>
              <a:spcBef>
                <a:spcPct val="25000"/>
              </a:spcBef>
            </a:pPr>
            <a:r>
              <a:rPr lang="en-US" sz="2400" dirty="0">
                <a:solidFill>
                  <a:schemeClr val="accent2"/>
                </a:solidFill>
              </a:rPr>
              <a:t>Hydrogen bonding</a:t>
            </a:r>
            <a:r>
              <a:rPr lang="en-US" sz="2400" dirty="0"/>
              <a:t> typically occurs when a hydrogen atom bonded to </a:t>
            </a:r>
            <a:r>
              <a:rPr lang="en-US" sz="2400" b="1" dirty="0">
                <a:solidFill>
                  <a:srgbClr val="FF0000"/>
                </a:solidFill>
              </a:rPr>
              <a:t>O</a:t>
            </a:r>
            <a:r>
              <a:rPr lang="en-US" sz="2400" dirty="0"/>
              <a:t>, </a:t>
            </a:r>
            <a:r>
              <a:rPr lang="en-US" sz="2400" b="1" dirty="0">
                <a:solidFill>
                  <a:srgbClr val="FF0000"/>
                </a:solidFill>
              </a:rPr>
              <a:t>N</a:t>
            </a:r>
            <a:r>
              <a:rPr lang="en-US" sz="2400" dirty="0"/>
              <a:t>, or </a:t>
            </a:r>
            <a:r>
              <a:rPr lang="en-US" sz="2400" b="1" dirty="0">
                <a:solidFill>
                  <a:srgbClr val="FF0000"/>
                </a:solidFill>
              </a:rPr>
              <a:t>F</a:t>
            </a:r>
            <a:r>
              <a:rPr lang="en-US" sz="2400" dirty="0"/>
              <a:t>, is </a:t>
            </a:r>
            <a:r>
              <a:rPr lang="en-US" sz="2400" dirty="0" err="1"/>
              <a:t>electrostatically</a:t>
            </a:r>
            <a:r>
              <a:rPr lang="en-US" sz="2400" dirty="0"/>
              <a:t> attracted to a </a:t>
            </a:r>
            <a:r>
              <a:rPr lang="en-US" sz="2400" b="1" dirty="0">
                <a:solidFill>
                  <a:srgbClr val="3399FF"/>
                </a:solidFill>
              </a:rPr>
              <a:t>lone pair of electrons </a:t>
            </a:r>
            <a:r>
              <a:rPr lang="en-US" sz="2400" dirty="0"/>
              <a:t>on an </a:t>
            </a:r>
            <a:r>
              <a:rPr lang="en-US" sz="2400" b="1" dirty="0">
                <a:solidFill>
                  <a:srgbClr val="FF0000"/>
                </a:solidFill>
              </a:rPr>
              <a:t>O</a:t>
            </a:r>
            <a:r>
              <a:rPr lang="en-US" sz="2400" dirty="0"/>
              <a:t>, </a:t>
            </a:r>
            <a:r>
              <a:rPr lang="en-US" sz="2400" b="1" dirty="0">
                <a:solidFill>
                  <a:srgbClr val="FF0000"/>
                </a:solidFill>
              </a:rPr>
              <a:t>N</a:t>
            </a:r>
            <a:r>
              <a:rPr lang="en-US" sz="2400" dirty="0"/>
              <a:t>, or </a:t>
            </a:r>
            <a:r>
              <a:rPr lang="en-US" sz="2400" b="1" dirty="0">
                <a:solidFill>
                  <a:srgbClr val="FF0000"/>
                </a:solidFill>
              </a:rPr>
              <a:t>F</a:t>
            </a:r>
            <a:r>
              <a:rPr lang="en-US" sz="2400" dirty="0"/>
              <a:t> atom in another molecule.</a:t>
            </a:r>
          </a:p>
        </p:txBody>
      </p:sp>
      <p:sp>
        <p:nvSpPr>
          <p:cNvPr id="5" name="Rectangle 4"/>
          <p:cNvSpPr/>
          <p:nvPr/>
        </p:nvSpPr>
        <p:spPr>
          <a:xfrm>
            <a:off x="2667000" y="304800"/>
            <a:ext cx="4339650"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Hydrogen </a:t>
            </a:r>
            <a:r>
              <a:rPr lang="en-US" sz="3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Bonding</a:t>
            </a:r>
            <a:endParaRPr 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9"/>
          <p:cNvSpPr>
            <a:spLocks noGrp="1" noChangeArrowheads="1"/>
          </p:cNvSpPr>
          <p:nvPr>
            <p:ph type="body" sz="half" idx="4294967295"/>
          </p:nvPr>
        </p:nvSpPr>
        <p:spPr>
          <a:xfrm>
            <a:off x="0" y="990600"/>
            <a:ext cx="8458200" cy="5029200"/>
          </a:xfrm>
        </p:spPr>
        <p:txBody>
          <a:bodyPr>
            <a:normAutofit lnSpcReduction="10000"/>
          </a:bodyPr>
          <a:lstStyle/>
          <a:p>
            <a:pPr algn="just" eaLnBrk="1" hangingPunct="1">
              <a:lnSpc>
                <a:spcPct val="120000"/>
              </a:lnSpc>
              <a:spcBef>
                <a:spcPts val="600"/>
              </a:spcBef>
              <a:spcAft>
                <a:spcPts val="600"/>
              </a:spcAft>
            </a:pPr>
            <a:r>
              <a:rPr lang="en-US" sz="2400" dirty="0" smtClean="0">
                <a:latin typeface="Arial" pitchFamily="34" charset="0"/>
                <a:cs typeface="Arial" pitchFamily="34" charset="0"/>
              </a:rPr>
              <a:t>van </a:t>
            </a:r>
            <a:r>
              <a:rPr lang="en-US" sz="2400" dirty="0" err="1" smtClean="0">
                <a:latin typeface="Arial" pitchFamily="34" charset="0"/>
                <a:cs typeface="Arial" pitchFamily="34" charset="0"/>
              </a:rPr>
              <a:t>der</a:t>
            </a:r>
            <a:r>
              <a:rPr lang="en-US" sz="2400" dirty="0" smtClean="0">
                <a:latin typeface="Arial" pitchFamily="34" charset="0"/>
                <a:cs typeface="Arial" pitchFamily="34" charset="0"/>
              </a:rPr>
              <a:t> Waals forces are also known as London forces</a:t>
            </a:r>
            <a:r>
              <a:rPr lang="tr-TR" sz="2400" dirty="0" smtClean="0">
                <a:latin typeface="Arial" pitchFamily="34" charset="0"/>
                <a:cs typeface="Arial" pitchFamily="34" charset="0"/>
              </a:rPr>
              <a:t>.</a:t>
            </a:r>
            <a:endParaRPr lang="en-US" sz="2400" dirty="0" smtClean="0">
              <a:latin typeface="Arial" pitchFamily="34" charset="0"/>
              <a:cs typeface="Arial" pitchFamily="34" charset="0"/>
            </a:endParaRPr>
          </a:p>
          <a:p>
            <a:pPr algn="just" eaLnBrk="1" hangingPunct="1">
              <a:lnSpc>
                <a:spcPct val="120000"/>
              </a:lnSpc>
              <a:spcBef>
                <a:spcPts val="600"/>
              </a:spcBef>
              <a:spcAft>
                <a:spcPts val="600"/>
              </a:spcAft>
            </a:pPr>
            <a:r>
              <a:rPr lang="en-US" sz="2400" dirty="0" smtClean="0">
                <a:latin typeface="Arial" pitchFamily="34" charset="0"/>
                <a:cs typeface="Arial" pitchFamily="34" charset="0"/>
              </a:rPr>
              <a:t>They are weak interactions caused by momentary changes in electron density in a molecule.</a:t>
            </a:r>
          </a:p>
          <a:p>
            <a:pPr algn="just" eaLnBrk="1" hangingPunct="1">
              <a:lnSpc>
                <a:spcPct val="120000"/>
              </a:lnSpc>
              <a:spcBef>
                <a:spcPts val="600"/>
              </a:spcBef>
              <a:spcAft>
                <a:spcPts val="600"/>
              </a:spcAft>
            </a:pPr>
            <a:r>
              <a:rPr lang="en-US" sz="2400" dirty="0" smtClean="0">
                <a:latin typeface="Arial" pitchFamily="34" charset="0"/>
                <a:cs typeface="Arial" pitchFamily="34" charset="0"/>
              </a:rPr>
              <a:t>They are the only attractive forces present in </a:t>
            </a:r>
            <a:r>
              <a:rPr lang="en-US" sz="2400" dirty="0" err="1" smtClean="0">
                <a:latin typeface="Arial" pitchFamily="34" charset="0"/>
                <a:cs typeface="Arial" pitchFamily="34" charset="0"/>
              </a:rPr>
              <a:t>nonpolar</a:t>
            </a:r>
            <a:r>
              <a:rPr lang="en-US" sz="2400" dirty="0" smtClean="0">
                <a:latin typeface="Arial" pitchFamily="34" charset="0"/>
                <a:cs typeface="Arial" pitchFamily="34" charset="0"/>
              </a:rPr>
              <a:t> compounds comprising </a:t>
            </a:r>
            <a:r>
              <a:rPr lang="tr-TR" sz="2400" dirty="0" smtClean="0">
                <a:latin typeface="Arial" pitchFamily="34" charset="0"/>
              </a:rPr>
              <a:t>neutral atoms and molecules.</a:t>
            </a:r>
          </a:p>
          <a:p>
            <a:pPr algn="just" eaLnBrk="1" hangingPunct="1">
              <a:lnSpc>
                <a:spcPct val="120000"/>
              </a:lnSpc>
              <a:spcBef>
                <a:spcPts val="600"/>
              </a:spcBef>
              <a:spcAft>
                <a:spcPts val="600"/>
              </a:spcAft>
            </a:pPr>
            <a:r>
              <a:rPr lang="en-US" sz="2400" dirty="0" smtClean="0">
                <a:latin typeface="Arial" pitchFamily="34" charset="0"/>
              </a:rPr>
              <a:t>The explanation of these weak forces of attraction is that there are natural fluctuation in the electron density of all molecules and these cause small temporary dipoles within the molecules. It is these temporary dipoles that attract one molecule to another. They are called van der Waals' forces. </a:t>
            </a:r>
            <a:endParaRPr lang="tr-TR" sz="2400" dirty="0" smtClean="0">
              <a:latin typeface="Arial" pitchFamily="34" charset="0"/>
            </a:endParaRPr>
          </a:p>
        </p:txBody>
      </p:sp>
      <p:sp>
        <p:nvSpPr>
          <p:cNvPr id="2" name="Rectangle 1"/>
          <p:cNvSpPr/>
          <p:nvPr/>
        </p:nvSpPr>
        <p:spPr>
          <a:xfrm>
            <a:off x="1600200" y="381000"/>
            <a:ext cx="5715027"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rPr>
              <a:t>van</a:t>
            </a:r>
            <a:r>
              <a:rPr lang="tr-TR" sz="3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rPr>
              <a:t> </a:t>
            </a:r>
            <a:r>
              <a:rPr lang="en-US" sz="3600" b="1" cap="none" spc="0" dirty="0" err="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rPr>
              <a:t>der</a:t>
            </a:r>
            <a:r>
              <a:rPr lang="tr-TR" sz="3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rPr>
              <a:t> W</a:t>
            </a:r>
            <a:r>
              <a:rPr lang="en-US" sz="3600" b="1" cap="none" spc="0" dirty="0" err="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rPr>
              <a:t>aals</a:t>
            </a:r>
            <a:r>
              <a:rPr lang="tr-TR" sz="3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rPr>
              <a:t> </a:t>
            </a:r>
            <a:r>
              <a:rPr lang="en-US" sz="3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rPr>
              <a:t>Forces</a:t>
            </a:r>
            <a:endParaRPr 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98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99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ABE1A5A5-D1D1-447C-8502-E2D733780A91}" type="slidenum">
              <a:rPr lang="en-US"/>
              <a:pPr/>
              <a:t>69</a:t>
            </a:fld>
            <a:endParaRPr lang="en-US"/>
          </a:p>
        </p:txBody>
      </p:sp>
      <p:sp>
        <p:nvSpPr>
          <p:cNvPr id="135172" name="Text Box 4"/>
          <p:cNvSpPr txBox="1">
            <a:spLocks noChangeArrowheads="1"/>
          </p:cNvSpPr>
          <p:nvPr/>
        </p:nvSpPr>
        <p:spPr bwMode="auto">
          <a:xfrm>
            <a:off x="685800" y="990600"/>
            <a:ext cx="7772400" cy="1131848"/>
          </a:xfrm>
          <a:prstGeom prst="rect">
            <a:avLst/>
          </a:prstGeom>
          <a:noFill/>
          <a:ln w="9525">
            <a:noFill/>
            <a:miter lim="800000"/>
            <a:headEnd/>
            <a:tailEnd/>
          </a:ln>
          <a:effectLst/>
        </p:spPr>
        <p:txBody>
          <a:bodyPr wrap="square">
            <a:spAutoFit/>
          </a:bodyPr>
          <a:lstStyle/>
          <a:p>
            <a:pPr algn="just">
              <a:lnSpc>
                <a:spcPct val="150000"/>
              </a:lnSpc>
              <a:spcBef>
                <a:spcPct val="50000"/>
              </a:spcBef>
            </a:pPr>
            <a:r>
              <a:rPr lang="en-US" sz="2400" dirty="0" smtClean="0">
                <a:solidFill>
                  <a:srgbClr val="003399"/>
                </a:solidFill>
              </a:rPr>
              <a:t>As the </a:t>
            </a:r>
            <a:r>
              <a:rPr lang="en-US" sz="2400" dirty="0">
                <a:solidFill>
                  <a:srgbClr val="003399"/>
                </a:solidFill>
              </a:rPr>
              <a:t>polarity of an organic molecule increases, so does the strength of its intermolecular forces.</a:t>
            </a:r>
          </a:p>
        </p:txBody>
      </p:sp>
      <p:sp>
        <p:nvSpPr>
          <p:cNvPr id="6" name="Rectangle 5"/>
          <p:cNvSpPr/>
          <p:nvPr/>
        </p:nvSpPr>
        <p:spPr>
          <a:xfrm>
            <a:off x="2057400" y="360402"/>
            <a:ext cx="4971233" cy="553998"/>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0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rPr>
              <a:t>Intermolecular Forces</a:t>
            </a:r>
            <a:endParaRPr lang="en-US" sz="3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j-lt"/>
            </a:endParaRPr>
          </a:p>
        </p:txBody>
      </p:sp>
      <p:grpSp>
        <p:nvGrpSpPr>
          <p:cNvPr id="2" name="Group 8"/>
          <p:cNvGrpSpPr/>
          <p:nvPr/>
        </p:nvGrpSpPr>
        <p:grpSpPr>
          <a:xfrm>
            <a:off x="533400" y="2653747"/>
            <a:ext cx="8229600" cy="3442253"/>
            <a:chOff x="457200" y="2743200"/>
            <a:chExt cx="8229600" cy="3442253"/>
          </a:xfrm>
        </p:grpSpPr>
        <p:pic>
          <p:nvPicPr>
            <p:cNvPr id="135176" name="Picture 8" descr="intermolecular_forc_tb_764"/>
            <p:cNvPicPr>
              <a:picLocks noChangeAspect="1" noChangeArrowheads="1"/>
            </p:cNvPicPr>
            <p:nvPr/>
          </p:nvPicPr>
          <p:blipFill>
            <a:blip r:embed="rId3" cstate="print"/>
            <a:srcRect/>
            <a:stretch>
              <a:fillRect/>
            </a:stretch>
          </p:blipFill>
          <p:spPr bwMode="auto">
            <a:xfrm>
              <a:off x="457200" y="2743200"/>
              <a:ext cx="8172574" cy="3442253"/>
            </a:xfrm>
            <a:prstGeom prst="rect">
              <a:avLst/>
            </a:prstGeom>
            <a:noFill/>
          </p:spPr>
        </p:pic>
        <p:sp>
          <p:nvSpPr>
            <p:cNvPr id="7" name="Rectangle 6"/>
            <p:cNvSpPr/>
            <p:nvPr/>
          </p:nvSpPr>
          <p:spPr>
            <a:xfrm>
              <a:off x="457200" y="2743200"/>
              <a:ext cx="82296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769233" y="2819400"/>
              <a:ext cx="5469767" cy="461665"/>
            </a:xfrm>
            <a:prstGeom prst="rect">
              <a:avLst/>
            </a:prstGeom>
          </p:spPr>
          <p:txBody>
            <a:bodyPr wrap="none">
              <a:spAutoFit/>
            </a:bodyPr>
            <a:lstStyle/>
            <a:p>
              <a:r>
                <a:rPr lang="en-US" sz="24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Summary of Intermolecular Forces</a:t>
              </a:r>
              <a:endParaRPr lang="en-US" sz="2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gr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8FD7D93-B8F3-48B9-AAAC-7B51B33759BA}" type="slidenum">
              <a:rPr lang="en-US" smtClean="0"/>
              <a:pPr>
                <a:defRPr/>
              </a:pPr>
              <a:t>70</a:t>
            </a:fld>
            <a:endParaRPr lang="en-US"/>
          </a:p>
        </p:txBody>
      </p:sp>
      <p:graphicFrame>
        <p:nvGraphicFramePr>
          <p:cNvPr id="4" name="Diagram 3"/>
          <p:cNvGraphicFramePr/>
          <p:nvPr>
            <p:extLst>
              <p:ext uri="{D42A27DB-BD31-4B8C-83A1-F6EECF244321}">
                <p14:modId xmlns="" xmlns:p14="http://schemas.microsoft.com/office/powerpoint/2010/main" val="3620079722"/>
              </p:ext>
            </p:extLst>
          </p:nvPr>
        </p:nvGraphicFramePr>
        <p:xfrm>
          <a:off x="381000" y="636587"/>
          <a:ext cx="8399462" cy="5688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33463461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1_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3.xml><?xml version="1.0" encoding="utf-8"?>
<a:theme xmlns:a="http://schemas.openxmlformats.org/drawingml/2006/main" name="1_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4.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ppt/theme/themeOverride2.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
  <TotalTime>9912</TotalTime>
  <Words>2960</Words>
  <Application>Microsoft Office PowerPoint</Application>
  <PresentationFormat>On-screen Show (4:3)</PresentationFormat>
  <Paragraphs>502</Paragraphs>
  <Slides>70</Slides>
  <Notes>3</Notes>
  <HiddenSlides>0</HiddenSlides>
  <MMClips>0</MMClips>
  <ScaleCrop>false</ScaleCrop>
  <HeadingPairs>
    <vt:vector size="4" baseType="variant">
      <vt:variant>
        <vt:lpstr>Theme</vt:lpstr>
      </vt:variant>
      <vt:variant>
        <vt:i4>4</vt:i4>
      </vt:variant>
      <vt:variant>
        <vt:lpstr>Slide Titles</vt:lpstr>
      </vt:variant>
      <vt:variant>
        <vt:i4>70</vt:i4>
      </vt:variant>
    </vt:vector>
  </HeadingPairs>
  <TitlesOfParts>
    <vt:vector size="74" baseType="lpstr">
      <vt:lpstr>Aspect</vt:lpstr>
      <vt:lpstr>1_Aspect</vt:lpstr>
      <vt:lpstr>1_Oriel</vt:lpstr>
      <vt:lpstr>Median</vt:lpstr>
      <vt:lpstr>X-ray Diffraction and Structure of Solids</vt:lpstr>
      <vt:lpstr>Course Goals</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Group discussion</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Amorphous solids</vt:lpstr>
      <vt:lpstr>Crystalline solids</vt:lpstr>
      <vt:lpstr>Slide 57</vt:lpstr>
      <vt:lpstr>Slide 58</vt:lpstr>
      <vt:lpstr>Slide 59</vt:lpstr>
      <vt:lpstr>Slide 60</vt:lpstr>
      <vt:lpstr>Slide 61</vt:lpstr>
      <vt:lpstr>Slide 62</vt:lpstr>
      <vt:lpstr>Metallic Solids</vt:lpstr>
      <vt:lpstr>Slide 64</vt:lpstr>
      <vt:lpstr>Covalent-network solids</vt:lpstr>
      <vt:lpstr>Molecular Solids</vt:lpstr>
      <vt:lpstr>Slide 67</vt:lpstr>
      <vt:lpstr>Slide 68</vt:lpstr>
      <vt:lpstr>Slide 69</vt:lpstr>
      <vt:lpstr>Slide 70</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deo</dc:creator>
  <cp:lastModifiedBy>Windows User</cp:lastModifiedBy>
  <cp:revision>391</cp:revision>
  <dcterms:created xsi:type="dcterms:W3CDTF">2007-09-18T17:32:51Z</dcterms:created>
  <dcterms:modified xsi:type="dcterms:W3CDTF">2018-02-01T05:57:36Z</dcterms:modified>
</cp:coreProperties>
</file>